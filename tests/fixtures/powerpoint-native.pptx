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F2049-59CC-31EC-3403-D8CBC423F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3FAC56-88FA-686E-DCD2-5F3660F90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08E140-16A9-47E5-E981-368A13F3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977DC-3AB6-62B3-8462-AA62D20D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820AD-333D-15BC-4047-39E0631B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2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0755C-AFCE-C599-25AC-3AA50872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89CA2C-28EB-F04A-55D7-A051CE22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C5D53-6DA8-D9BB-EC9A-42550113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668BE-4677-05AD-53A1-46E186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BAC025-E027-CD3A-85B0-CE8BA0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34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EF398-B250-01E8-43AC-6A911CA7D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04CF81-F833-9FF2-5514-85BF152E1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4AA42-ADA9-924E-34E2-8E291125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E8BAE-A2D5-6BFF-DEFD-607AC474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32354-497D-C291-7327-D28076864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01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7E50E-2B66-E613-BB28-F199A1B8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93A9C-B732-4804-A663-BAA243573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04F30F-8B73-83D7-23D7-C2CE0D3CE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4FBD60-6500-3189-A1C9-6072ECE6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8A27B8-E37A-3CBD-F8B8-DA8753DC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0C904-1BFE-DCF0-0ADA-BEAE6834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38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7406B-0C64-471F-36EF-C8ABE39A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0020AB-9488-3250-C4C6-973BFD6E5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25AB8D-CCCF-9CF3-B838-0975EAA33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61DC45-0F7C-1B4F-6C49-EB0336F0C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134139-5C49-4151-5F9F-AB85B0809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7F9055-4740-8344-0B5D-1E57C032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5DFB20-E334-ACB9-E020-33AB6C52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EC1C97-28A1-062F-0BC3-7283E19D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6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674B3-75C7-48AC-95E0-75B90469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965B59-7C99-7271-6C9B-61881EED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A1074-BB4A-0446-4D0D-1005D228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0942CE-B0C5-26A4-CE29-2EE08B1F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1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6C63AB-239B-F4FF-B739-1B2F4BF8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C7D242-0CFE-4DA7-7B5B-C2402C7E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709FCC-3ECB-6589-B446-5C529E56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77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7FEE1-0F0F-F6F8-CC68-F9D594DC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E8070-4C58-D68C-1577-29EB8329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17724-07D2-5474-3D11-BDA5ACC58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CB42E4-7C5D-2890-DF25-CB64C8FF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152393-2C6A-BCC2-E107-15E8F9A4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7A1F3B-0C8B-3AE3-09A7-BAF04BC8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6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75262-0EA8-E2A1-232B-0AB897D4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271AA3-1B33-44B9-3810-F33D19254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CD9EA5-87F3-9489-8086-6C44E21EA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CF1F0-1663-66EC-87F0-0B546545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E67D40-E044-AB4C-C9FB-E1EE074F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A22E36-BBD3-AC59-F6A3-5BB828EA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7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5629D-5DE0-2512-6A6A-F70788A1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E5A868-0FFE-A436-223E-22A540954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C9879E-E2D7-3D11-F41A-D0AB76DA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92B5C-AF59-C717-68C1-B5395509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61768C-BFE5-DC95-85D3-DBC8F171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41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3B9A27-3EE8-38FB-CB1D-011DE4401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5951F9-2544-7F1F-35B8-6F788A611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641B1-D016-67F4-44BD-C8C1E880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FF0DFA-39F0-8861-36AF-7BADC4AB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25CE52-1675-D2E4-6E53-C8E7D5DB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47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6FB5A1-B331-6453-0583-DE75AF65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A8AEDF-47BB-C44F-7B8E-644C44248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49AF33-0E5B-5D3F-A389-18FECB5A7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B5929-363C-4A2A-8D2D-D0B32A83C554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231D3-760C-CBAC-E774-50F7F3FAE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F47D37-EE18-0BA9-7E52-4C741F52D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4FCDB-1651-4569-B947-224D7CD70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50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>
            <a:extLst>
              <a:ext uri="{FF2B5EF4-FFF2-40B4-BE49-F238E27FC236}">
                <a16:creationId xmlns:a16="http://schemas.microsoft.com/office/drawing/2014/main" id="{C82184FA-4F93-FC53-010C-5594E55E9F46}"/>
              </a:ext>
            </a:extLst>
          </p:cNvPr>
          <p:cNvSpPr/>
          <p:nvPr/>
        </p:nvSpPr>
        <p:spPr>
          <a:xfrm>
            <a:off x="508000" y="3810000"/>
            <a:ext cx="11176000" cy="2286000"/>
          </a:xfrm>
          <a:prstGeom prst="rect">
            <a:avLst/>
          </a:prstGeom>
          <a:solidFill>
            <a:srgbClr val="200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73D63AE-D4B4-886C-7F39-D60D3C31E591}"/>
              </a:ext>
            </a:extLst>
          </p:cNvPr>
          <p:cNvSpPr txBox="1"/>
          <p:nvPr/>
        </p:nvSpPr>
        <p:spPr>
          <a:xfrm>
            <a:off x="762000" y="1016000"/>
            <a:ext cx="1016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4000" b="1">
                <a:solidFill>
                  <a:srgbClr val="FFFFFF"/>
                </a:solidFill>
              </a:rPr>
              <a:t>Portable Skill Probe</a:t>
            </a:r>
            <a:endParaRPr lang="zh-CN" altLang="en-US" sz="4000" b="1">
              <a:solidFill>
                <a:srgbClr val="FFFFFF"/>
              </a:solidFill>
            </a:endParaRPr>
          </a:p>
        </p:txBody>
      </p:sp>
      <p:sp>
        <p:nvSpPr>
          <p:cNvPr id="4" name="orb">
            <a:extLst>
              <a:ext uri="{FF2B5EF4-FFF2-40B4-BE49-F238E27FC236}">
                <a16:creationId xmlns:a16="http://schemas.microsoft.com/office/drawing/2014/main" id="{5EBD8B4F-E3B1-6EE6-3B19-A3E0CAD763FC}"/>
              </a:ext>
            </a:extLst>
          </p:cNvPr>
          <p:cNvSpPr/>
          <p:nvPr/>
        </p:nvSpPr>
        <p:spPr>
          <a:xfrm>
            <a:off x="8890000" y="762000"/>
            <a:ext cx="2032000" cy="2032000"/>
          </a:xfrm>
          <a:prstGeom prst="ellipse">
            <a:avLst/>
          </a:prstGeom>
          <a:solidFill>
            <a:srgbClr val="FFC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4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2">
            <a:extLst>
              <a:ext uri="{FF2B5EF4-FFF2-40B4-BE49-F238E27FC236}">
                <a16:creationId xmlns:a16="http://schemas.microsoft.com/office/drawing/2014/main" id="{59954E55-A242-1C27-6FFD-403C7A82AC9C}"/>
              </a:ext>
            </a:extLst>
          </p:cNvPr>
          <p:cNvSpPr txBox="1"/>
          <p:nvPr/>
        </p:nvSpPr>
        <p:spPr>
          <a:xfrm>
            <a:off x="762000" y="2540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>
                <a:solidFill>
                  <a:srgbClr val="FFFFFF"/>
                </a:solidFill>
              </a:rPr>
              <a:t>Second slide</a:t>
            </a:r>
            <a:endParaRPr lang="zh-CN" altLang="en-US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1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全屏显示(16:9)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2026-09-11T05:32:48Z</dcterms:created>
  <dcterms:modified xsi:type="dcterms:W3CDTF">2026-09-11T05:32:48Z</dcterms:modified>
</cp:coreProperties>
</file>