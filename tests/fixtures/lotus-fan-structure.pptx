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616" y="1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1BDEC6-2B5B-42F2-B15C-A20B630C4580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32D83-2092-496A-A7EA-15419454D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49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32D83-2092-496A-A7EA-15419454DD8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460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69660-0BF1-2D67-A956-C61303764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CEFEE62-7A30-54B7-EABB-8D5425534E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13A713-B16E-8514-DBB8-82F06B8C7A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9A24CE5-5DF2-2CCC-7976-F573DF3A5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32D83-2092-496A-A7EA-15419454DD8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549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537CF-BDB1-79D2-AAD6-0053BDC400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56A4809-A071-AED8-7E05-A3BE047ABC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DE441D-E7DF-5E08-A9A0-10329EBBE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FC3CB7-2AEB-B746-F2B7-DECA26C78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77FEB3-E3BB-F49B-1093-3717C9E24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323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BBBE65-57E4-2C9E-9B2A-39D4DB26C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02097C-A992-176B-EA44-87C58B5E6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3C7A6C-C307-5FE1-9B6E-6AE8437BE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08B218-66DA-5E3F-7622-9EF56FEC5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A9C789-0181-C956-7C03-46CFF484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8037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953337-6D04-FE36-5CDD-3E8FEAAF07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CFA7C0-C28F-8E4C-102E-88D41BE5E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7CCDC8-616F-9FD0-2801-F7209BF42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5B3B0A-70EB-D0EA-4F57-DC9D957BF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B063CB-3C62-D271-901F-E0F49EF5B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06752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768EED-119E-6A4B-175D-61E29C4E40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106E29A-3C31-56A7-CC24-35D1E4EDB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25F9B0B-8B94-63C8-080D-9CD425DE0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74239FF-3280-A816-1327-CF5E9AA7F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940FB8-623E-55CF-91CC-86097AF0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8C3CA49-610D-8DAE-9704-1F1F64B1C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857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47ADA-0BF4-8C26-168D-AA864D8B3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D7263E-C6AD-36A9-523D-6F7EB9405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8DBC08-05E5-3310-C3AD-6972AC2D8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A700A1-BA5A-EFBC-DC04-7CF8DECEE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534BE91-5465-6EFC-35D1-1E7403E0D7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8432E88-30CB-AAFB-5460-BB2BF13F3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056ED2-0C57-D508-25F4-02C34777F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6FD66A2-00C2-2623-E572-AEAD6C449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055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82D345-D555-AC57-D4B5-730AFE18E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D6A9DC-C477-CC25-54F6-0ADD94378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204EBB-3D3F-0E0E-820F-89A3CF03E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30C531E-FCBC-1C6F-7B20-134BA45C2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891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FE8A88D-2CB7-5BD8-EEE1-50EA73E91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09BE0B8-372D-5B62-2C6A-50F282B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FDAF80-1B2A-6CF7-12C3-2400A539C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2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3E2B0C-D864-60E8-0E26-0855ACE2C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98937B-042C-0D43-028C-8C51962F1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6702F6-9630-2926-D30B-B3207A677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9506BC-3BDC-BD55-05FD-43AC4B846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4FABA6-45FC-9D01-C5E7-34B4ADA94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3FE998-0474-5EA7-28A5-A7193A0A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100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51A588-551B-4393-C583-2020877E8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07E114-372D-4D37-E0FC-6276A2EB1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2956869-E826-C513-537E-DFB7F2088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BF4958B-08FE-9A84-35B9-8483F7455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9B44D7-AADB-8981-B11F-072860F74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2DC023-221C-30D0-335B-B5377720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261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C61F1D-3416-A47F-B95D-D5E5BED86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9F39FD0-BCAE-F22B-C25D-9C312207D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1BA4BA-9C96-13B2-BD06-586637B4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9E511C-72DE-8D79-EC5B-6BE3E0073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B8B77F6-94F3-AE30-7F91-02C965E65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032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CE09AB-B299-2D41-81DF-E17AE38129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F9B782-B91A-BCCE-080E-7C38680702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F2C5F7-0B33-A453-0DAF-9FA2CB208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F10027-6E18-F91E-AB86-6462147A3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96C02B-3407-EDC9-6235-36A9D50BB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798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7913F2A-29C5-C285-906F-50E09AA68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3599B9-BCE7-DC18-D893-6A05FADBFE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4D4BF1-F940-80A7-B9C3-085A1BC88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2826AA-ACBA-4678-B379-F4E635CFCA53}" type="datetimeFigureOut">
              <a:rPr lang="zh-CN" altLang="en-US" smtClean="0"/>
              <a:t>2026/9/18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102E6C-9413-A5E2-5734-B548E1130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7AC5B1-3B6C-F4B3-CCC6-3EF103CBE7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2D355B-EA8C-4FD4-A831-E21F67532AF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246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矩形 161">
            <a:extLst>
              <a:ext uri="{FF2B5EF4-FFF2-40B4-BE49-F238E27FC236}">
                <a16:creationId xmlns:a16="http://schemas.microsoft.com/office/drawing/2014/main" id="{6473E84E-D8A4-6B9C-BC98-6BA71E67C9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43" name="不完整圆 142">
            <a:extLst>
              <a:ext uri="{FF2B5EF4-FFF2-40B4-BE49-F238E27FC236}">
                <a16:creationId xmlns:a16="http://schemas.microsoft.com/office/drawing/2014/main" id="{632A6B4D-34D3-077F-163B-2DA5EA279CB8}"/>
              </a:ext>
            </a:extLst>
          </p:cNvPr>
          <p:cNvSpPr/>
          <p:nvPr/>
        </p:nvSpPr>
        <p:spPr>
          <a:xfrm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4" name="不完整圆 143">
            <a:extLst>
              <a:ext uri="{FF2B5EF4-FFF2-40B4-BE49-F238E27FC236}">
                <a16:creationId xmlns:a16="http://schemas.microsoft.com/office/drawing/2014/main" id="{4FAADEB6-7013-FEF3-3510-9B102EF2FAFD}"/>
              </a:ext>
            </a:extLst>
          </p:cNvPr>
          <p:cNvSpPr/>
          <p:nvPr/>
        </p:nvSpPr>
        <p:spPr>
          <a:xfrm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5" name="不完整圆 144">
            <a:extLst>
              <a:ext uri="{FF2B5EF4-FFF2-40B4-BE49-F238E27FC236}">
                <a16:creationId xmlns:a16="http://schemas.microsoft.com/office/drawing/2014/main" id="{DE5D64BF-A2CF-BD99-9673-8D8FE812CB04}"/>
              </a:ext>
            </a:extLst>
          </p:cNvPr>
          <p:cNvSpPr/>
          <p:nvPr/>
        </p:nvSpPr>
        <p:spPr>
          <a:xfrm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6" name="不完整圆 145">
            <a:extLst>
              <a:ext uri="{FF2B5EF4-FFF2-40B4-BE49-F238E27FC236}">
                <a16:creationId xmlns:a16="http://schemas.microsoft.com/office/drawing/2014/main" id="{56E9DCEF-1E04-5D66-0186-BCCA09B56992}"/>
              </a:ext>
            </a:extLst>
          </p:cNvPr>
          <p:cNvSpPr/>
          <p:nvPr/>
        </p:nvSpPr>
        <p:spPr>
          <a:xfrm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7" name="不完整圆 146">
            <a:extLst>
              <a:ext uri="{FF2B5EF4-FFF2-40B4-BE49-F238E27FC236}">
                <a16:creationId xmlns:a16="http://schemas.microsoft.com/office/drawing/2014/main" id="{834E0D7A-C6CE-DDE2-4D29-906B1FA34E45}"/>
              </a:ext>
            </a:extLst>
          </p:cNvPr>
          <p:cNvSpPr/>
          <p:nvPr/>
        </p:nvSpPr>
        <p:spPr>
          <a:xfrm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8" name="不完整圆 147">
            <a:extLst>
              <a:ext uri="{FF2B5EF4-FFF2-40B4-BE49-F238E27FC236}">
                <a16:creationId xmlns:a16="http://schemas.microsoft.com/office/drawing/2014/main" id="{04BA2B82-1E32-2D67-52C3-BBBBDE1DEE7D}"/>
              </a:ext>
            </a:extLst>
          </p:cNvPr>
          <p:cNvSpPr/>
          <p:nvPr/>
        </p:nvSpPr>
        <p:spPr>
          <a:xfrm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DDA24A0B-0319-5D9A-A12B-83B186BE4670}"/>
              </a:ext>
            </a:extLst>
          </p:cNvPr>
          <p:cNvSpPr txBox="1"/>
          <p:nvPr/>
        </p:nvSpPr>
        <p:spPr>
          <a:xfrm>
            <a:off x="-4360976" y="673100"/>
            <a:ext cx="3479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/>
              <a:t>这里是文字，作为演示使用</a:t>
            </a:r>
          </a:p>
        </p:txBody>
      </p:sp>
      <p:sp useBgFill="1">
        <p:nvSpPr>
          <p:cNvPr id="164" name="不完整圆 163">
            <a:extLst>
              <a:ext uri="{FF2B5EF4-FFF2-40B4-BE49-F238E27FC236}">
                <a16:creationId xmlns:a16="http://schemas.microsoft.com/office/drawing/2014/main" id="{7ADE3682-56CC-8508-8B4A-ABB2780E9B64}"/>
              </a:ext>
            </a:extLst>
          </p:cNvPr>
          <p:cNvSpPr/>
          <p:nvPr/>
        </p:nvSpPr>
        <p:spPr>
          <a:xfrm>
            <a:off x="1153287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66" name="不完整圆 165">
            <a:extLst>
              <a:ext uri="{FF2B5EF4-FFF2-40B4-BE49-F238E27FC236}">
                <a16:creationId xmlns:a16="http://schemas.microsoft.com/office/drawing/2014/main" id="{501B5801-DF2D-FE38-0C4B-CE36F748F9B0}"/>
              </a:ext>
            </a:extLst>
          </p:cNvPr>
          <p:cNvSpPr/>
          <p:nvPr/>
        </p:nvSpPr>
        <p:spPr>
          <a:xfrm>
            <a:off x="1228831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787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23688-479A-A8E9-04CA-F63C14D20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矩形 161">
            <a:extLst>
              <a:ext uri="{FF2B5EF4-FFF2-40B4-BE49-F238E27FC236}">
                <a16:creationId xmlns:a16="http://schemas.microsoft.com/office/drawing/2014/main" id="{A04201EF-FAC5-2E84-C9C9-DA4D293049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 useBgFill="1">
        <p:nvSpPr>
          <p:cNvPr id="143" name="不完整圆 142">
            <a:extLst>
              <a:ext uri="{FF2B5EF4-FFF2-40B4-BE49-F238E27FC236}">
                <a16:creationId xmlns:a16="http://schemas.microsoft.com/office/drawing/2014/main" id="{54654B13-2B02-1B36-EAE8-89EA1D7CE4E0}"/>
              </a:ext>
            </a:extLst>
          </p:cNvPr>
          <p:cNvSpPr/>
          <p:nvPr/>
        </p:nvSpPr>
        <p:spPr>
          <a:xfrm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4" name="不完整圆 143">
            <a:extLst>
              <a:ext uri="{FF2B5EF4-FFF2-40B4-BE49-F238E27FC236}">
                <a16:creationId xmlns:a16="http://schemas.microsoft.com/office/drawing/2014/main" id="{25D52396-668C-1FEE-5993-3DFD900ADA54}"/>
              </a:ext>
            </a:extLst>
          </p:cNvPr>
          <p:cNvSpPr/>
          <p:nvPr/>
        </p:nvSpPr>
        <p:spPr>
          <a:xfrm rot="-4500000"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5" name="不完整圆 144">
            <a:extLst>
              <a:ext uri="{FF2B5EF4-FFF2-40B4-BE49-F238E27FC236}">
                <a16:creationId xmlns:a16="http://schemas.microsoft.com/office/drawing/2014/main" id="{A5A9FE48-E3DB-90B3-EC4A-BEA1A65A38F5}"/>
              </a:ext>
            </a:extLst>
          </p:cNvPr>
          <p:cNvSpPr/>
          <p:nvPr/>
        </p:nvSpPr>
        <p:spPr>
          <a:xfrm rot="-3600000"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6" name="不完整圆 145">
            <a:extLst>
              <a:ext uri="{FF2B5EF4-FFF2-40B4-BE49-F238E27FC236}">
                <a16:creationId xmlns:a16="http://schemas.microsoft.com/office/drawing/2014/main" id="{D60A8E84-140A-1847-E316-8F12D5ABCBF1}"/>
              </a:ext>
            </a:extLst>
          </p:cNvPr>
          <p:cNvSpPr/>
          <p:nvPr/>
        </p:nvSpPr>
        <p:spPr>
          <a:xfrm rot="-2700000"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7" name="不完整圆 146">
            <a:extLst>
              <a:ext uri="{FF2B5EF4-FFF2-40B4-BE49-F238E27FC236}">
                <a16:creationId xmlns:a16="http://schemas.microsoft.com/office/drawing/2014/main" id="{E61D4BFF-F144-43B9-408D-C497D8A9013E}"/>
              </a:ext>
            </a:extLst>
          </p:cNvPr>
          <p:cNvSpPr/>
          <p:nvPr/>
        </p:nvSpPr>
        <p:spPr>
          <a:xfrm rot="-1800000"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48" name="不完整圆 147">
            <a:extLst>
              <a:ext uri="{FF2B5EF4-FFF2-40B4-BE49-F238E27FC236}">
                <a16:creationId xmlns:a16="http://schemas.microsoft.com/office/drawing/2014/main" id="{DA114CAD-D2B6-9D86-33EF-E0D573AD6446}"/>
              </a:ext>
            </a:extLst>
          </p:cNvPr>
          <p:cNvSpPr/>
          <p:nvPr/>
        </p:nvSpPr>
        <p:spPr>
          <a:xfrm rot="-900000">
            <a:off x="1168400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63" name="文本框 162">
            <a:extLst>
              <a:ext uri="{FF2B5EF4-FFF2-40B4-BE49-F238E27FC236}">
                <a16:creationId xmlns:a16="http://schemas.microsoft.com/office/drawing/2014/main" id="{34607398-E079-8B5D-D7B7-F6086E3E85AB}"/>
              </a:ext>
            </a:extLst>
          </p:cNvPr>
          <p:cNvSpPr txBox="1"/>
          <p:nvPr/>
        </p:nvSpPr>
        <p:spPr>
          <a:xfrm>
            <a:off x="863600" y="800100"/>
            <a:ext cx="34798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/>
              <a:t>这里是文字，作为演示使用</a:t>
            </a:r>
          </a:p>
        </p:txBody>
      </p:sp>
      <p:sp useBgFill="1">
        <p:nvSpPr>
          <p:cNvPr id="164" name="不完整圆 163">
            <a:extLst>
              <a:ext uri="{FF2B5EF4-FFF2-40B4-BE49-F238E27FC236}">
                <a16:creationId xmlns:a16="http://schemas.microsoft.com/office/drawing/2014/main" id="{5DC14528-3F05-71D4-7C1C-0AB1B6F724BD}"/>
              </a:ext>
            </a:extLst>
          </p:cNvPr>
          <p:cNvSpPr/>
          <p:nvPr/>
        </p:nvSpPr>
        <p:spPr>
          <a:xfrm rot="-5400000">
            <a:off x="1153287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 useBgFill="1">
        <p:nvSpPr>
          <p:cNvPr id="166" name="不完整圆 165">
            <a:extLst>
              <a:ext uri="{FF2B5EF4-FFF2-40B4-BE49-F238E27FC236}">
                <a16:creationId xmlns:a16="http://schemas.microsoft.com/office/drawing/2014/main" id="{2479B29A-3029-4501-ECCB-A96551A112D2}"/>
              </a:ext>
            </a:extLst>
          </p:cNvPr>
          <p:cNvSpPr/>
          <p:nvPr/>
        </p:nvSpPr>
        <p:spPr>
          <a:xfrm rot="-6300000">
            <a:off x="1228831" y="1676400"/>
            <a:ext cx="11023600" cy="10363200"/>
          </a:xfrm>
          <a:prstGeom prst="pie">
            <a:avLst>
              <a:gd name="adj1" fmla="val 20535320"/>
              <a:gd name="adj2" fmla="val 33064"/>
            </a:avLst>
          </a:prstGeom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433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26</Words>
  <Application>Microsoft Office PowerPoint</Application>
  <PresentationFormat>宽屏</PresentationFormat>
  <Paragraphs>4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2026-09-18T14:15:08Z</dcterms:created>
  <dcterms:modified xsi:type="dcterms:W3CDTF">2026-09-18T14:37:45Z</dcterms:modified>
</cp:coreProperties>
</file>