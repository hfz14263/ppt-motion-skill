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ashed.jpg"/>
          <p:cNvPicPr>
            <a:picLocks noChangeAspect="1"/>
          </p:cNvPicPr>
          <p:nvPr/>
        </p:nvPicPr>
        <p:blipFill>
          <a:blip r:embed="rId2"/>
          <a:srcRect t="25676" b="2567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4025900" y="190500"/>
            <a:ext cx="7073900" cy="6413500"/>
          </a:xfrm>
          <a:prstGeom prst="chevron">
            <a:avLst/>
          </a:prstGeom>
          <a:blipFill rotWithShape="1">
            <a:blip r:embed="rId3"/>
            <a:srcRect t="10794" b="10794"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dsh-ppt-studio</dc:creator>
  <cp:keywords/>
  <dc:description>generated using python-pptx</dc:description>
  <cp:lastModifiedBy>dsh-ppt-studio</cp:lastModifiedBy>
  <cp:revision>1</cp:revision>
  <dcterms:created xsi:type="dcterms:W3CDTF">2013-01-27T09:14:16Z</dcterms:created>
  <dcterms:modified xsi:type="dcterms:W3CDTF">2013-01-27T09:15:58Z</dcterms:modified>
  <cp:category/>
</cp:coreProperties>
</file>