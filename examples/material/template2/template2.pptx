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290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9427-83DB-59EB-D42E-DC7210E8B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270449-97F8-FECC-1F5D-E1C41727E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F0C438-13E0-C129-C8A4-51145FCE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6E34C-CDED-D8AF-C538-7D5E1404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DA734-D1B9-2384-35A5-43098357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3885F-27DC-8F5C-8F7B-B5778584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0BD84C-84E0-6654-96C0-5A52BBBB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81F265-E5B6-498A-3B67-34CA7683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6BF8E-5955-5CCF-FEA4-F7DE48B9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FE929-9CAB-56FF-7B4F-2EAB14F5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97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CE38B-A84A-C91C-0D77-F8493CDBF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9B6470-2580-8CAF-85B0-922C459D7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3C1074-DE7C-893F-7EE9-5AC5F8B2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49935-F2ED-07F8-222A-22B90727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817E8-B2BC-B698-FEF6-0BBCF5C2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4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39C12-CD78-70F5-86EC-530A3A15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30F64-CAF1-3CB1-2FF4-2FD7CAC0E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9ABE9B-472A-8F83-3B85-AFA9E8FFA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6A5E09-07F0-8E57-644A-6DE2E648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8D2905-B733-2114-ECC3-85D9E64D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48B84-E3ED-E36D-891A-39672841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8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F7DE6-46DC-00EC-3372-A00DB9EB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C4D4A2-99EB-0C7C-06B5-9FA10038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FC7BF5-0580-8E23-6172-C72BC4DB3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406CA2-32DF-815D-6802-44B14E0C1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DE20D6-8460-866F-8F13-F1E69CC74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ED13D2-805C-9792-9621-56A594B2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6D6037-8494-E7C2-69EF-340AE06D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8F2436-6D63-1FCF-6B90-9AC7B8DC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35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3F2A6-C1F9-163A-C709-B1170965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0F9A98-82D1-2F87-F523-363AD886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F16408-A445-9ACB-7548-DD883237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F65B1E-A0D7-CD11-485A-5CB90C76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58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F92287-E6D1-A816-0FBF-39910E77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D59D9C-D695-35DE-B02A-02971E33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15EB1E-3441-1648-E8C7-47AC3285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5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21C34-93F3-0CC1-0874-1D1E3051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624DA-A7C2-8F94-48EC-6F10084CF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C49B16-D659-D174-F48C-6DDDEADC9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F9409E-DCBA-AF4D-8007-35CDC568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718488-D410-C976-AB98-A97CA73F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4CEEBC-E460-DE41-EEBC-FFE0C1C8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74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61E89-A21E-C168-F34A-7302CAD3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3B3166-D799-70BE-8BCD-ABEAA7F95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0071D8-4757-8EA1-0334-55B919470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C6DB29-EAEB-BE7C-5733-8580315A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6F1F7-F07E-EAD0-EED3-838E5E73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7F569E-152B-F772-DCD5-7516D622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76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A7F3D-C1F4-403D-1CA8-FEB74771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602FBE-EBA6-3863-8853-1083E9B3C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AFA16-4031-E526-18DE-D316A874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3D5F7-619E-98D0-87D6-931E7321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C8580-4FC8-2F80-3BBE-99498E04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73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D612CC-9C97-DDC6-BA53-064907115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C2D4BC-B479-26F0-7DA3-7DD637E5F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CC803-C7D2-6403-524B-594D93B0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5F26B-1871-8951-73EA-D626BBD7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269338-7DC8-4C13-683B-EBBFF48C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4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AFE167-BB6B-C49C-D947-2E9916273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829339-7738-770D-183E-348EC1DC6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BB390C-973C-869F-D2C3-E770A63F7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7EDDF-1824-471A-B1C5-C6980E4D70A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EE5D7-D2CC-774D-A98B-530F6AC31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8A990-F1ED-2B5D-77BB-F2CC7D5B5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E8BC5-645F-4A6C-A587-EEA09D4C8C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84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96C06139-C1B5-F50A-7E2C-B435D79E478C}"/>
              </a:ext>
            </a:extLst>
          </p:cNvPr>
          <p:cNvGrpSpPr/>
          <p:nvPr/>
        </p:nvGrpSpPr>
        <p:grpSpPr>
          <a:xfrm>
            <a:off x="-2296633" y="-106680"/>
            <a:ext cx="2296633" cy="6858000"/>
            <a:chOff x="708835" y="0"/>
            <a:chExt cx="2296633" cy="6858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F15E396-2D04-DA65-8465-0A3D219C4510}"/>
                </a:ext>
              </a:extLst>
            </p:cNvPr>
            <p:cNvSpPr/>
            <p:nvPr/>
          </p:nvSpPr>
          <p:spPr>
            <a:xfrm>
              <a:off x="708835" y="0"/>
              <a:ext cx="2296633" cy="685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4CF54FC-89F7-82E1-551E-04947A9CBCE9}"/>
                </a:ext>
              </a:extLst>
            </p:cNvPr>
            <p:cNvSpPr txBox="1"/>
            <p:nvPr/>
          </p:nvSpPr>
          <p:spPr>
            <a:xfrm>
              <a:off x="1057275" y="764381"/>
              <a:ext cx="1707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目录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037F20-8183-A3FD-4255-C66E15C5535C}"/>
              </a:ext>
            </a:extLst>
          </p:cNvPr>
          <p:cNvGrpSpPr/>
          <p:nvPr/>
        </p:nvGrpSpPr>
        <p:grpSpPr>
          <a:xfrm>
            <a:off x="-2296633" y="-106680"/>
            <a:ext cx="2296633" cy="6858000"/>
            <a:chOff x="3005468" y="0"/>
            <a:chExt cx="2296633" cy="68580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818C429-A29F-0F25-DB3A-ABE9763A82E2}"/>
                </a:ext>
              </a:extLst>
            </p:cNvPr>
            <p:cNvSpPr/>
            <p:nvPr/>
          </p:nvSpPr>
          <p:spPr>
            <a:xfrm>
              <a:off x="3005468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9D30344-BB68-82F1-BFD1-FCB1796B017E}"/>
                </a:ext>
              </a:extLst>
            </p:cNvPr>
            <p:cNvSpPr txBox="1"/>
            <p:nvPr/>
          </p:nvSpPr>
          <p:spPr>
            <a:xfrm>
              <a:off x="3246305" y="914400"/>
              <a:ext cx="1254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一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495A9D6-7796-28D4-EFD9-47F9883B8304}"/>
              </a:ext>
            </a:extLst>
          </p:cNvPr>
          <p:cNvGrpSpPr/>
          <p:nvPr/>
        </p:nvGrpSpPr>
        <p:grpSpPr>
          <a:xfrm>
            <a:off x="-2296633" y="-106680"/>
            <a:ext cx="2296633" cy="6858000"/>
            <a:chOff x="5302101" y="0"/>
            <a:chExt cx="2296633" cy="6858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4034CC-FEC4-0E19-F52E-E609184B7033}"/>
                </a:ext>
              </a:extLst>
            </p:cNvPr>
            <p:cNvSpPr/>
            <p:nvPr/>
          </p:nvSpPr>
          <p:spPr>
            <a:xfrm>
              <a:off x="5302101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2F44777-F3FB-23F4-3A0C-DDD353525F66}"/>
                </a:ext>
              </a:extLst>
            </p:cNvPr>
            <p:cNvSpPr txBox="1"/>
            <p:nvPr/>
          </p:nvSpPr>
          <p:spPr>
            <a:xfrm>
              <a:off x="6096000" y="864394"/>
              <a:ext cx="10263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二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3B284A6-79C0-92E6-0B62-85A7CB929429}"/>
              </a:ext>
            </a:extLst>
          </p:cNvPr>
          <p:cNvGrpSpPr/>
          <p:nvPr/>
        </p:nvGrpSpPr>
        <p:grpSpPr>
          <a:xfrm>
            <a:off x="-2296633" y="-106680"/>
            <a:ext cx="2296633" cy="6858000"/>
            <a:chOff x="7598734" y="0"/>
            <a:chExt cx="2296633" cy="6858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053A5E1-B5FB-C3A1-6911-BA38CB12E7A1}"/>
                </a:ext>
              </a:extLst>
            </p:cNvPr>
            <p:cNvSpPr/>
            <p:nvPr/>
          </p:nvSpPr>
          <p:spPr>
            <a:xfrm>
              <a:off x="7598734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F1C16C1-3F02-C2D5-F17A-BFD529DBA48F}"/>
                </a:ext>
              </a:extLst>
            </p:cNvPr>
            <p:cNvSpPr txBox="1"/>
            <p:nvPr/>
          </p:nvSpPr>
          <p:spPr>
            <a:xfrm>
              <a:off x="8158163" y="978694"/>
              <a:ext cx="1128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三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3312970-BA0E-AC37-11D5-7F1FF9373A7E}"/>
              </a:ext>
            </a:extLst>
          </p:cNvPr>
          <p:cNvGrpSpPr/>
          <p:nvPr/>
        </p:nvGrpSpPr>
        <p:grpSpPr>
          <a:xfrm>
            <a:off x="-2296633" y="-106680"/>
            <a:ext cx="2905125" cy="6858000"/>
            <a:chOff x="9895367" y="0"/>
            <a:chExt cx="2905125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338E177-1795-61C1-399C-E9E3AEAF0CE4}"/>
                </a:ext>
              </a:extLst>
            </p:cNvPr>
            <p:cNvSpPr/>
            <p:nvPr/>
          </p:nvSpPr>
          <p:spPr>
            <a:xfrm>
              <a:off x="9895367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AA9EE5-F67B-3F12-5D0C-38381A71E6CF}"/>
                </a:ext>
              </a:extLst>
            </p:cNvPr>
            <p:cNvSpPr txBox="1"/>
            <p:nvPr/>
          </p:nvSpPr>
          <p:spPr>
            <a:xfrm>
              <a:off x="9958388" y="564356"/>
              <a:ext cx="2842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5748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60D9-C1BE-F6DD-4045-1C74B3A8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FEEF6EDC-DE06-AC55-3A14-EF45BC218E8B}"/>
              </a:ext>
            </a:extLst>
          </p:cNvPr>
          <p:cNvGrpSpPr/>
          <p:nvPr/>
        </p:nvGrpSpPr>
        <p:grpSpPr>
          <a:xfrm>
            <a:off x="708835" y="0"/>
            <a:ext cx="2296633" cy="6858000"/>
            <a:chOff x="708835" y="0"/>
            <a:chExt cx="2296633" cy="6858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85471AB-CE48-B8E1-5960-16A75E0C3646}"/>
                </a:ext>
              </a:extLst>
            </p:cNvPr>
            <p:cNvSpPr/>
            <p:nvPr/>
          </p:nvSpPr>
          <p:spPr>
            <a:xfrm>
              <a:off x="708835" y="0"/>
              <a:ext cx="2296633" cy="6858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4E3C569-A24D-8AC0-4DF1-08EBFE467CE3}"/>
                </a:ext>
              </a:extLst>
            </p:cNvPr>
            <p:cNvSpPr txBox="1"/>
            <p:nvPr/>
          </p:nvSpPr>
          <p:spPr>
            <a:xfrm>
              <a:off x="1057275" y="764381"/>
              <a:ext cx="1707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目录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7B49FD-9E58-3C0A-1CF2-770B5E98F7C4}"/>
              </a:ext>
            </a:extLst>
          </p:cNvPr>
          <p:cNvGrpSpPr/>
          <p:nvPr/>
        </p:nvGrpSpPr>
        <p:grpSpPr>
          <a:xfrm>
            <a:off x="3005468" y="0"/>
            <a:ext cx="2296633" cy="6858000"/>
            <a:chOff x="3005468" y="0"/>
            <a:chExt cx="2296633" cy="68580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3E1D33A-4259-86C5-1769-DF9DC1D20998}"/>
                </a:ext>
              </a:extLst>
            </p:cNvPr>
            <p:cNvSpPr/>
            <p:nvPr/>
          </p:nvSpPr>
          <p:spPr>
            <a:xfrm>
              <a:off x="3005468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28AC3EA-914F-27B6-EFAD-C96EBB689FE5}"/>
                </a:ext>
              </a:extLst>
            </p:cNvPr>
            <p:cNvSpPr txBox="1"/>
            <p:nvPr/>
          </p:nvSpPr>
          <p:spPr>
            <a:xfrm>
              <a:off x="3246305" y="914400"/>
              <a:ext cx="1254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一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222681-CB3A-63FA-3041-7598E3F535B5}"/>
              </a:ext>
            </a:extLst>
          </p:cNvPr>
          <p:cNvGrpSpPr/>
          <p:nvPr/>
        </p:nvGrpSpPr>
        <p:grpSpPr>
          <a:xfrm>
            <a:off x="5302101" y="0"/>
            <a:ext cx="2296633" cy="6858000"/>
            <a:chOff x="5302101" y="0"/>
            <a:chExt cx="2296633" cy="68580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2A3906-77E2-5538-343C-23DDA1AB3357}"/>
                </a:ext>
              </a:extLst>
            </p:cNvPr>
            <p:cNvSpPr/>
            <p:nvPr/>
          </p:nvSpPr>
          <p:spPr>
            <a:xfrm>
              <a:off x="5302101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0E9C72E-9FD5-D579-E973-B3ADAEE29E20}"/>
                </a:ext>
              </a:extLst>
            </p:cNvPr>
            <p:cNvSpPr txBox="1"/>
            <p:nvPr/>
          </p:nvSpPr>
          <p:spPr>
            <a:xfrm>
              <a:off x="6096000" y="864394"/>
              <a:ext cx="10263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二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29FA6B4-B3DF-9B70-45CA-46723CE9AB57}"/>
              </a:ext>
            </a:extLst>
          </p:cNvPr>
          <p:cNvGrpSpPr/>
          <p:nvPr/>
        </p:nvGrpSpPr>
        <p:grpSpPr>
          <a:xfrm>
            <a:off x="7598734" y="0"/>
            <a:ext cx="2296633" cy="6858000"/>
            <a:chOff x="7598734" y="0"/>
            <a:chExt cx="2296633" cy="6858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8C42354-F628-56A8-2F42-2DB95B632704}"/>
                </a:ext>
              </a:extLst>
            </p:cNvPr>
            <p:cNvSpPr/>
            <p:nvPr/>
          </p:nvSpPr>
          <p:spPr>
            <a:xfrm>
              <a:off x="7598734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E6D2F66-6AAA-D836-91FC-331ED05D9FE3}"/>
                </a:ext>
              </a:extLst>
            </p:cNvPr>
            <p:cNvSpPr txBox="1"/>
            <p:nvPr/>
          </p:nvSpPr>
          <p:spPr>
            <a:xfrm>
              <a:off x="8158163" y="978694"/>
              <a:ext cx="1128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三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CA01C0B-8973-D06D-F9A7-B73D87815659}"/>
              </a:ext>
            </a:extLst>
          </p:cNvPr>
          <p:cNvGrpSpPr/>
          <p:nvPr/>
        </p:nvGrpSpPr>
        <p:grpSpPr>
          <a:xfrm>
            <a:off x="9895367" y="0"/>
            <a:ext cx="2905125" cy="6858000"/>
            <a:chOff x="9895367" y="0"/>
            <a:chExt cx="2905125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24ABB9-B048-10CF-C3D8-3BD9BD74B1E8}"/>
                </a:ext>
              </a:extLst>
            </p:cNvPr>
            <p:cNvSpPr/>
            <p:nvPr/>
          </p:nvSpPr>
          <p:spPr>
            <a:xfrm>
              <a:off x="9895367" y="0"/>
              <a:ext cx="2296633" cy="6858000"/>
            </a:xfrm>
            <a:prstGeom prst="rect">
              <a:avLst/>
            </a:prstGeom>
            <a:noFill/>
            <a:ln>
              <a:noFill/>
            </a:ln>
            <a:effectLst>
              <a:outerShdw blurRad="1270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44B15B1-B238-3B71-A2F0-4E0857529A9E}"/>
                </a:ext>
              </a:extLst>
            </p:cNvPr>
            <p:cNvSpPr txBox="1"/>
            <p:nvPr/>
          </p:nvSpPr>
          <p:spPr>
            <a:xfrm>
              <a:off x="9958388" y="564356"/>
              <a:ext cx="2842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5807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2026-09-18T03:14:29Z</dcterms:created>
  <dcterms:modified xsi:type="dcterms:W3CDTF">2026-09-18T03:32:20Z</dcterms:modified>
</cp:coreProperties>
</file>