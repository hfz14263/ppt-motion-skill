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1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996994-9B1B-5096-B361-3313BFF366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B4822D5-D808-94A9-4EDC-81CB0B4911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3A3DBB-FCB0-864C-BCF0-D68C9E04D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14DC2-0FD4-439F-BD25-BD288D207111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4B2752-DCB4-883A-5FA4-CD8DDA7B0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D41A41-A849-CC06-16AA-2CE08AD28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D7C6B-8C1C-4C97-9984-4543C6E5A9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4078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04C419-198E-16B2-36F2-4920FDE8C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C5565B-37B2-DE10-0392-6D3A6E674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5EEB2D-EBE5-45AC-77B0-26D13BFA3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14DC2-0FD4-439F-BD25-BD288D207111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9DAC89-E6F3-733A-B1B7-58A72E0DC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F6E451-C018-1872-AB15-BFD489C53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D7C6B-8C1C-4C97-9984-4543C6E5A9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9720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CA5C38-7E79-015E-D201-1CC61237F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CF0617-0A9C-9D1C-361E-2E74B7A64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842566-960B-3CB6-9763-43F97C5CA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14DC2-0FD4-439F-BD25-BD288D207111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D0045D-FB24-186C-F1C0-5A4498FA9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EC7792-26C0-E45A-59C8-9F0708DE6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D7C6B-8C1C-4C97-9984-4543C6E5A9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9154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D3C5B4-13D9-BEFE-3D5C-C0C09D197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BC869B-6D47-8645-389C-DAC282DE98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6059091-95F9-A650-4F2E-0B72AEA5E1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16A529-9E56-E15E-5DA4-163E3C334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14DC2-0FD4-439F-BD25-BD288D207111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0C83D0D-5630-6211-8754-B0139B1D6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E62FB0-EB71-53F9-6F42-20790D33F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D7C6B-8C1C-4C97-9984-4543C6E5A9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2685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DFADE9-6A26-682B-8391-CB9EC94EB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2B7418-A831-0F33-CD76-08E1BFF79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CE0CE5-EAC0-4899-102B-13E1650E0C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CF4351D-F976-DD7B-8575-F7DA964C0F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11989F7-19D3-A745-0E91-03C8A84312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44C142F-5F37-9ED1-933D-A803B1B7E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14DC2-0FD4-439F-BD25-BD288D207111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8DD6A59-25E0-38C2-3D18-AFA07CE4C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D435745-2763-7589-7A05-2EA981954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D7C6B-8C1C-4C97-9984-4543C6E5A9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9452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C84094-4313-3FB5-DBC1-FFCDCCC85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9FD3D94-7452-F6E7-4F83-4AC9B6885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14DC2-0FD4-439F-BD25-BD288D207111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0A76079-759D-98D7-9354-F3E8E2AAD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E3B553E-3C87-342E-5741-C6C97AAB8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D7C6B-8C1C-4C97-9984-4543C6E5A9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1339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3F41AC4-E406-8512-C7A3-44EE08DFC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14DC2-0FD4-439F-BD25-BD288D207111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B5E214C-A2FD-80A2-A246-8A653977B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97F736-6410-84F6-4DAB-12F256034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D7C6B-8C1C-4C97-9984-4543C6E5A9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8137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B8006D-0CAF-9E0C-7115-687291FA6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AAFE1B-9626-7438-EBA4-FC7977BFC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E8A518-A8B2-E39B-AE7D-14EE4FB0D0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C44720-75B8-EC54-1CDE-78C603E51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14DC2-0FD4-439F-BD25-BD288D207111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0718BA-2CB8-AD47-6FDA-2E182F161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C8B7639-F702-3897-FFA8-80B239EB4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D7C6B-8C1C-4C97-9984-4543C6E5A9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7489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13A947-9EC2-7576-8816-AFD00E974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95617DC-D0F6-2342-27F0-37981E044F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5C6243-6544-7795-87DD-A0DE8FF801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C0233A-7E15-0576-13A9-E09AEAB77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14DC2-0FD4-439F-BD25-BD288D207111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EE345B-5D46-0CEC-1955-8AC4A3806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EDF260-D813-0510-10FC-49630B13C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D7C6B-8C1C-4C97-9984-4543C6E5A9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870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168D67-8143-50E2-EE63-5EADD6951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703D3C7-36D4-4DD6-5EE4-D87FB5D61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EFBD38-CA94-206C-E896-1A798712F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14DC2-0FD4-439F-BD25-BD288D207111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458830-7984-1828-DF36-1E24D4582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64A62E-2295-6BA2-D254-30866DC7F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D7C6B-8C1C-4C97-9984-4543C6E5A9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8057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6C238B4-E4C0-6FA1-5101-03EBC188C8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59CA5D8-0FAF-118F-699C-217AEB654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C1D112-EBEF-BC68-D0FF-B335B967A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14DC2-0FD4-439F-BD25-BD288D207111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4E07B7-0D35-7255-3BEC-F3F5D6C2D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D78FC9-B9EB-E4B5-3277-9E500A198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D7C6B-8C1C-4C97-9984-4543C6E5A9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908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F0E3BD8-7490-8474-EFC5-0AA5AD865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02D500-4336-4C4E-E7BD-2CD616C83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3F7F5C-DBE1-4967-E841-52744358E2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114DC2-0FD4-439F-BD25-BD288D207111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847881-AD35-EF29-4466-868A4A2B70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823B6F-8343-EA96-9834-803948109B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3D7C6B-8C1C-4C97-9984-4543C6E5A9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0756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0060A83-0B23-B30D-A2BF-568F506297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8"/>
                    </a14:imgEffect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447" y="587998"/>
            <a:ext cx="10160428" cy="568200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DA2BC1A-53AF-0D88-7727-7929B478CB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447" y="587998"/>
            <a:ext cx="10160428" cy="5715241"/>
          </a:xfrm>
          <a:prstGeom prst="rect">
            <a:avLst/>
          </a:prstGeom>
          <a:scene3d>
            <a:camera prst="perspectiveRelaxedModerately">
              <a:rot lat="0" lon="0" rev="0"/>
            </a:camera>
            <a:lightRig rig="threePt" dir="t"/>
          </a:scene3d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B3F87DB-D7C5-01DA-2752-8D3DB36D76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928" y="2421072"/>
            <a:ext cx="2634266" cy="3045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6640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E8D97-23CE-0614-807D-4B8C56212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255BAD1-BDD8-3511-D213-D1BE94608B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8"/>
                    </a14:imgEffect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447" y="587998"/>
            <a:ext cx="10160428" cy="568200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6E46160-2066-9B54-AD59-0A2610BE8B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125" y="2191609"/>
            <a:ext cx="10160428" cy="5715241"/>
          </a:xfrm>
          <a:prstGeom prst="rect">
            <a:avLst/>
          </a:prstGeom>
          <a:scene3d>
            <a:camera prst="perspectiveRelaxedModerately">
              <a:rot lat="17400000" lon="0" rev="0"/>
            </a:camera>
            <a:lightRig rig="threePt" dir="t"/>
          </a:scene3d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2921C91-23C6-3361-4823-93F5709B2E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4238" y="1322961"/>
            <a:ext cx="4140754" cy="4787749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CBC6E23-63C9-72A6-E3BB-4441FF956CE0}"/>
              </a:ext>
            </a:extLst>
          </p:cNvPr>
          <p:cNvSpPr txBox="1"/>
          <p:nvPr/>
        </p:nvSpPr>
        <p:spPr>
          <a:xfrm>
            <a:off x="1767385" y="1105469"/>
            <a:ext cx="2156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演示专用</a:t>
            </a:r>
          </a:p>
        </p:txBody>
      </p:sp>
    </p:spTree>
    <p:extLst>
      <p:ext uri="{BB962C8B-B14F-4D97-AF65-F5344CB8AC3E}">
        <p14:creationId xmlns:p14="http://schemas.microsoft.com/office/powerpoint/2010/main" val="1296609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</Words>
  <Application>Microsoft Office PowerPoint</Application>
  <PresentationFormat>宽屏</PresentationFormat>
  <Paragraphs>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created xsi:type="dcterms:W3CDTF">2026-09-18T02:35:40Z</dcterms:created>
  <dcterms:modified xsi:type="dcterms:W3CDTF">2026-09-18T02:51:36Z</dcterms:modified>
</cp:coreProperties>
</file>