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4" r:id="rId4"/>
    <p:sldId id="263" r:id="rId5"/>
    <p:sldId id="262" r:id="rId6"/>
    <p:sldId id="261" r:id="rId7"/>
    <p:sldId id="260" r:id="rId8"/>
    <p:sldId id="259" r:id="rId9"/>
    <p:sldId id="258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UN" descr="su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66500" y="1750000"/>
            <a:ext cx="3000000" cy="3000000"/>
          </a:xfrm>
          <a:prstGeom prst="rect">
            <a:avLst/>
          </a:prstGeom>
        </p:spPr>
      </p:pic>
      <p:sp>
        <p:nvSpPr>
          <p:cNvPr id="3" name="HDR_TITLE"/>
          <p:cNvSpPr txBox="1"/>
          <p:nvPr/>
        </p:nvSpPr>
        <p:spPr>
          <a:xfrm>
            <a:off x="640000" y="360000"/>
            <a:ext cx="6000000" cy="4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 spc="200">
                <a:solidFill>
                  <a:srgbClr val="ECF0F6"/>
                </a:solidFill>
                <a:latin typeface="Segoe UI"/>
              </a:rPr>
              <a:t>SOLAR SYSTEM · 太阳系漫游</a:t>
            </a:r>
          </a:p>
        </p:txBody>
      </p:sp>
      <p:sp>
        <p:nvSpPr>
          <p:cNvPr id="4" name="HDR_CN"/>
          <p:cNvSpPr txBox="1"/>
          <p:nvPr/>
        </p:nvSpPr>
        <p:spPr>
          <a:xfrm>
            <a:off x="640000" y="760000"/>
            <a:ext cx="60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8F9EB4"/>
                </a:solidFill>
                <a:latin typeface="Segoe UI"/>
              </a:rPr>
              <a:t>八颗行星，一条旅程，以及 46 亿年的旅程</a:t>
            </a:r>
          </a:p>
        </p:txBody>
      </p:sp>
      <p:sp>
        <p:nvSpPr>
          <p:cNvPr id="5" name="TAGLINE"/>
          <p:cNvSpPr txBox="1"/>
          <p:nvPr/>
        </p:nvSpPr>
        <p:spPr>
          <a:xfrm>
            <a:off x="640000" y="1080000"/>
            <a:ext cx="40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>
                <a:solidFill>
                  <a:srgbClr val="ECF0F6"/>
                </a:solidFill>
                <a:latin typeface="Segoe UI"/>
              </a:rPr>
              <a:t>从太阳出发，依次经过八颗行星</a:t>
            </a:r>
          </a:p>
        </p:txBody>
      </p:sp>
      <p:sp>
        <p:nvSpPr>
          <p:cNvPr id="6" name="BODY"/>
          <p:cNvSpPr txBox="1"/>
          <p:nvPr/>
        </p:nvSpPr>
        <p:spPr>
          <a:xfrm>
            <a:off x="640000" y="1460500"/>
            <a:ext cx="50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8F9EB4"/>
                </a:solidFill>
                <a:latin typeface="Segoe UI"/>
              </a:rPr>
              <a:t>每一站停一次，看清一颗行星，再继续向前。</a:t>
            </a:r>
          </a:p>
        </p:txBody>
      </p:sp>
      <p:sp>
        <p:nvSpPr>
          <p:cNvPr id="7" name="INDEX"/>
          <p:cNvSpPr txBox="1"/>
          <p:nvPr/>
        </p:nvSpPr>
        <p:spPr>
          <a:xfrm>
            <a:off x="11200000" y="430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>
                <a:solidFill>
                  <a:srgbClr val="8F9EB4"/>
                </a:solidFill>
                <a:latin typeface="Segoe UI"/>
              </a:rPr>
              <a:t>序</a:t>
            </a:r>
          </a:p>
        </p:txBody>
      </p:sp>
      <p:sp>
        <p:nvSpPr>
          <p:cNvPr id="8" name="FOOT"/>
          <p:cNvSpPr txBox="1"/>
          <p:nvPr/>
        </p:nvSpPr>
        <p:spPr>
          <a:xfrm>
            <a:off x="640000" y="6180000"/>
            <a:ext cx="4000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8F9EB4"/>
                </a:solidFill>
                <a:latin typeface="Segoe UI"/>
              </a:rPr>
              <a:t>7 月 15 日 · 银河可见 · 夜间观测</a:t>
            </a:r>
          </a:p>
        </p:txBody>
      </p:sp>
      <p:pic>
        <p:nvPicPr>
          <p:cNvPr id="9" name="PLANET_1" descr="mercu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2900" y="2882900"/>
            <a:ext cx="584200" cy="584200"/>
          </a:xfrm>
          <a:prstGeom prst="rect">
            <a:avLst/>
          </a:prstGeom>
        </p:spPr>
      </p:pic>
      <p:cxnSp>
        <p:nvCxnSpPr>
          <p:cNvPr id="10" name="LEAD_1"/>
          <p:cNvCxnSpPr/>
          <p:nvPr/>
        </p:nvCxnSpPr>
        <p:spPr>
          <a:xfrm>
            <a:off x="3175000" y="3543300"/>
            <a:ext cx="0" cy="901700"/>
          </a:xfrm>
          <a:prstGeom prst="line">
            <a:avLst/>
          </a:prstGeom>
          <a:ln w="9525">
            <a:solidFill>
              <a:srgbClr val="8F9E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ABEL_1"/>
          <p:cNvSpPr txBox="1"/>
          <p:nvPr/>
        </p:nvSpPr>
        <p:spPr>
          <a:xfrm>
            <a:off x="2540000" y="44958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 spc="100">
                <a:solidFill>
                  <a:srgbClr val="ECF0F6"/>
                </a:solidFill>
                <a:latin typeface="Segoe UI"/>
              </a:rPr>
              <a:t>MERCURY</a:t>
            </a:r>
          </a:p>
        </p:txBody>
      </p:sp>
      <p:sp>
        <p:nvSpPr>
          <p:cNvPr id="12" name="CN_1"/>
          <p:cNvSpPr txBox="1"/>
          <p:nvPr/>
        </p:nvSpPr>
        <p:spPr>
          <a:xfrm>
            <a:off x="2540000" y="47117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00" b="0">
                <a:solidFill>
                  <a:srgbClr val="8F9EB4"/>
                </a:solidFill>
                <a:latin typeface="Segoe UI"/>
              </a:rPr>
              <a:t>水星</a:t>
            </a:r>
          </a:p>
        </p:txBody>
      </p:sp>
      <p:pic>
        <p:nvPicPr>
          <p:cNvPr id="13" name="PLANET_2" descr="venu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69871" y="2781300"/>
            <a:ext cx="787400" cy="787400"/>
          </a:xfrm>
          <a:prstGeom prst="rect">
            <a:avLst/>
          </a:prstGeom>
        </p:spPr>
      </p:pic>
      <p:cxnSp>
        <p:nvCxnSpPr>
          <p:cNvPr id="14" name="LEAD_2"/>
          <p:cNvCxnSpPr/>
          <p:nvPr/>
        </p:nvCxnSpPr>
        <p:spPr>
          <a:xfrm>
            <a:off x="4263571" y="3644900"/>
            <a:ext cx="0" cy="800100"/>
          </a:xfrm>
          <a:prstGeom prst="line">
            <a:avLst/>
          </a:prstGeom>
          <a:ln w="9525">
            <a:solidFill>
              <a:srgbClr val="8F9E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ABEL_2"/>
          <p:cNvSpPr txBox="1"/>
          <p:nvPr/>
        </p:nvSpPr>
        <p:spPr>
          <a:xfrm>
            <a:off x="3628571" y="44958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 spc="100">
                <a:solidFill>
                  <a:srgbClr val="ECF0F6"/>
                </a:solidFill>
                <a:latin typeface="Segoe UI"/>
              </a:rPr>
              <a:t>VENUS</a:t>
            </a:r>
          </a:p>
        </p:txBody>
      </p:sp>
      <p:sp>
        <p:nvSpPr>
          <p:cNvPr id="16" name="CN_2"/>
          <p:cNvSpPr txBox="1"/>
          <p:nvPr/>
        </p:nvSpPr>
        <p:spPr>
          <a:xfrm>
            <a:off x="3628571" y="47117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00" b="0">
                <a:solidFill>
                  <a:srgbClr val="8F9EB4"/>
                </a:solidFill>
                <a:latin typeface="Segoe UI"/>
              </a:rPr>
              <a:t>金星</a:t>
            </a:r>
          </a:p>
        </p:txBody>
      </p:sp>
      <p:pic>
        <p:nvPicPr>
          <p:cNvPr id="17" name="PLANET_3" descr="eart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07642" y="2730500"/>
            <a:ext cx="889000" cy="889000"/>
          </a:xfrm>
          <a:prstGeom prst="rect">
            <a:avLst/>
          </a:prstGeom>
        </p:spPr>
      </p:pic>
      <p:cxnSp>
        <p:nvCxnSpPr>
          <p:cNvPr id="18" name="LEAD_3"/>
          <p:cNvCxnSpPr/>
          <p:nvPr/>
        </p:nvCxnSpPr>
        <p:spPr>
          <a:xfrm>
            <a:off x="5352142" y="3695700"/>
            <a:ext cx="0" cy="749300"/>
          </a:xfrm>
          <a:prstGeom prst="line">
            <a:avLst/>
          </a:prstGeom>
          <a:ln w="9525">
            <a:solidFill>
              <a:srgbClr val="8F9E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LABEL_3"/>
          <p:cNvSpPr txBox="1"/>
          <p:nvPr/>
        </p:nvSpPr>
        <p:spPr>
          <a:xfrm>
            <a:off x="4717142" y="44958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 spc="100">
                <a:solidFill>
                  <a:srgbClr val="ECF0F6"/>
                </a:solidFill>
                <a:latin typeface="Segoe UI"/>
              </a:rPr>
              <a:t>EARTH</a:t>
            </a:r>
          </a:p>
        </p:txBody>
      </p:sp>
      <p:sp>
        <p:nvSpPr>
          <p:cNvPr id="20" name="CN_3"/>
          <p:cNvSpPr txBox="1"/>
          <p:nvPr/>
        </p:nvSpPr>
        <p:spPr>
          <a:xfrm>
            <a:off x="4717142" y="47117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00" b="0">
                <a:solidFill>
                  <a:srgbClr val="8F9EB4"/>
                </a:solidFill>
                <a:latin typeface="Segoe UI"/>
              </a:rPr>
              <a:t>地球</a:t>
            </a:r>
          </a:p>
        </p:txBody>
      </p:sp>
      <p:pic>
        <p:nvPicPr>
          <p:cNvPr id="21" name="PLANET_4" descr="mar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72414" y="2806700"/>
            <a:ext cx="736600" cy="736600"/>
          </a:xfrm>
          <a:prstGeom prst="rect">
            <a:avLst/>
          </a:prstGeom>
        </p:spPr>
      </p:pic>
      <p:cxnSp>
        <p:nvCxnSpPr>
          <p:cNvPr id="22" name="LEAD_4"/>
          <p:cNvCxnSpPr/>
          <p:nvPr/>
        </p:nvCxnSpPr>
        <p:spPr>
          <a:xfrm>
            <a:off x="6440714" y="3619500"/>
            <a:ext cx="0" cy="825500"/>
          </a:xfrm>
          <a:prstGeom prst="line">
            <a:avLst/>
          </a:prstGeom>
          <a:ln w="9525">
            <a:solidFill>
              <a:srgbClr val="8F9E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LABEL_4"/>
          <p:cNvSpPr txBox="1"/>
          <p:nvPr/>
        </p:nvSpPr>
        <p:spPr>
          <a:xfrm>
            <a:off x="5805714" y="44958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 spc="100">
                <a:solidFill>
                  <a:srgbClr val="ECF0F6"/>
                </a:solidFill>
                <a:latin typeface="Segoe UI"/>
              </a:rPr>
              <a:t>MARS</a:t>
            </a:r>
          </a:p>
        </p:txBody>
      </p:sp>
      <p:sp>
        <p:nvSpPr>
          <p:cNvPr id="24" name="CN_4"/>
          <p:cNvSpPr txBox="1"/>
          <p:nvPr/>
        </p:nvSpPr>
        <p:spPr>
          <a:xfrm>
            <a:off x="5805714" y="47117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00" b="0">
                <a:solidFill>
                  <a:srgbClr val="8F9EB4"/>
                </a:solidFill>
                <a:latin typeface="Segoe UI"/>
              </a:rPr>
              <a:t>火星</a:t>
            </a:r>
          </a:p>
        </p:txBody>
      </p:sp>
      <p:pic>
        <p:nvPicPr>
          <p:cNvPr id="25" name="PLANET_5" descr="jupite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92685" y="2438400"/>
            <a:ext cx="1473200" cy="1473200"/>
          </a:xfrm>
          <a:prstGeom prst="rect">
            <a:avLst/>
          </a:prstGeom>
        </p:spPr>
      </p:pic>
      <p:cxnSp>
        <p:nvCxnSpPr>
          <p:cNvPr id="26" name="LEAD_5"/>
          <p:cNvCxnSpPr/>
          <p:nvPr/>
        </p:nvCxnSpPr>
        <p:spPr>
          <a:xfrm>
            <a:off x="7529285" y="3987800"/>
            <a:ext cx="0" cy="457200"/>
          </a:xfrm>
          <a:prstGeom prst="line">
            <a:avLst/>
          </a:prstGeom>
          <a:ln w="9525">
            <a:solidFill>
              <a:srgbClr val="8F9E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LABEL_5"/>
          <p:cNvSpPr txBox="1"/>
          <p:nvPr/>
        </p:nvSpPr>
        <p:spPr>
          <a:xfrm>
            <a:off x="6894285" y="44958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 spc="100">
                <a:solidFill>
                  <a:srgbClr val="ECF0F6"/>
                </a:solidFill>
                <a:latin typeface="Segoe UI"/>
              </a:rPr>
              <a:t>JUPITER</a:t>
            </a:r>
          </a:p>
        </p:txBody>
      </p:sp>
      <p:sp>
        <p:nvSpPr>
          <p:cNvPr id="28" name="CN_5"/>
          <p:cNvSpPr txBox="1"/>
          <p:nvPr/>
        </p:nvSpPr>
        <p:spPr>
          <a:xfrm>
            <a:off x="6894285" y="47117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00" b="0">
                <a:solidFill>
                  <a:srgbClr val="8F9EB4"/>
                </a:solidFill>
                <a:latin typeface="Segoe UI"/>
              </a:rPr>
              <a:t>木星</a:t>
            </a:r>
          </a:p>
        </p:txBody>
      </p:sp>
      <p:pic>
        <p:nvPicPr>
          <p:cNvPr id="29" name="PLANET_6" descr="satur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57457" y="2514600"/>
            <a:ext cx="1320800" cy="1320800"/>
          </a:xfrm>
          <a:prstGeom prst="rect">
            <a:avLst/>
          </a:prstGeom>
        </p:spPr>
      </p:pic>
      <p:cxnSp>
        <p:nvCxnSpPr>
          <p:cNvPr id="30" name="LEAD_6"/>
          <p:cNvCxnSpPr/>
          <p:nvPr/>
        </p:nvCxnSpPr>
        <p:spPr>
          <a:xfrm>
            <a:off x="8617857" y="3911600"/>
            <a:ext cx="0" cy="533400"/>
          </a:xfrm>
          <a:prstGeom prst="line">
            <a:avLst/>
          </a:prstGeom>
          <a:ln w="9525">
            <a:solidFill>
              <a:srgbClr val="8F9E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LABEL_6"/>
          <p:cNvSpPr txBox="1"/>
          <p:nvPr/>
        </p:nvSpPr>
        <p:spPr>
          <a:xfrm>
            <a:off x="7982857" y="44958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 spc="100">
                <a:solidFill>
                  <a:srgbClr val="ECF0F6"/>
                </a:solidFill>
                <a:latin typeface="Segoe UI"/>
              </a:rPr>
              <a:t>SATURN</a:t>
            </a:r>
          </a:p>
        </p:txBody>
      </p:sp>
      <p:sp>
        <p:nvSpPr>
          <p:cNvPr id="32" name="CN_6"/>
          <p:cNvSpPr txBox="1"/>
          <p:nvPr/>
        </p:nvSpPr>
        <p:spPr>
          <a:xfrm>
            <a:off x="7982857" y="47117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00" b="0">
                <a:solidFill>
                  <a:srgbClr val="8F9EB4"/>
                </a:solidFill>
                <a:latin typeface="Segoe UI"/>
              </a:rPr>
              <a:t>土星</a:t>
            </a:r>
          </a:p>
        </p:txBody>
      </p:sp>
      <p:pic>
        <p:nvPicPr>
          <p:cNvPr id="33" name="PLANET_7" descr="uranu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23828" y="2692400"/>
            <a:ext cx="965200" cy="965200"/>
          </a:xfrm>
          <a:prstGeom prst="rect">
            <a:avLst/>
          </a:prstGeom>
        </p:spPr>
      </p:pic>
      <p:cxnSp>
        <p:nvCxnSpPr>
          <p:cNvPr id="34" name="LEAD_7"/>
          <p:cNvCxnSpPr/>
          <p:nvPr/>
        </p:nvCxnSpPr>
        <p:spPr>
          <a:xfrm>
            <a:off x="9706428" y="3733800"/>
            <a:ext cx="0" cy="711200"/>
          </a:xfrm>
          <a:prstGeom prst="line">
            <a:avLst/>
          </a:prstGeom>
          <a:ln w="9525">
            <a:solidFill>
              <a:srgbClr val="8F9E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LABEL_7"/>
          <p:cNvSpPr txBox="1"/>
          <p:nvPr/>
        </p:nvSpPr>
        <p:spPr>
          <a:xfrm>
            <a:off x="9071428" y="44958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 spc="100">
                <a:solidFill>
                  <a:srgbClr val="ECF0F6"/>
                </a:solidFill>
                <a:latin typeface="Segoe UI"/>
              </a:rPr>
              <a:t>URANUS</a:t>
            </a:r>
          </a:p>
        </p:txBody>
      </p:sp>
      <p:sp>
        <p:nvSpPr>
          <p:cNvPr id="36" name="CN_7"/>
          <p:cNvSpPr txBox="1"/>
          <p:nvPr/>
        </p:nvSpPr>
        <p:spPr>
          <a:xfrm>
            <a:off x="9071428" y="47117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00" b="0">
                <a:solidFill>
                  <a:srgbClr val="8F9EB4"/>
                </a:solidFill>
                <a:latin typeface="Segoe UI"/>
              </a:rPr>
              <a:t>天王星</a:t>
            </a:r>
          </a:p>
        </p:txBody>
      </p:sp>
      <p:pic>
        <p:nvPicPr>
          <p:cNvPr id="37" name="PLANET_8" descr="neptun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337800" y="2717800"/>
            <a:ext cx="914400" cy="914400"/>
          </a:xfrm>
          <a:prstGeom prst="rect">
            <a:avLst/>
          </a:prstGeom>
        </p:spPr>
      </p:pic>
      <p:cxnSp>
        <p:nvCxnSpPr>
          <p:cNvPr id="38" name="LEAD_8"/>
          <p:cNvCxnSpPr/>
          <p:nvPr/>
        </p:nvCxnSpPr>
        <p:spPr>
          <a:xfrm>
            <a:off x="10795000" y="3708400"/>
            <a:ext cx="0" cy="736600"/>
          </a:xfrm>
          <a:prstGeom prst="line">
            <a:avLst/>
          </a:prstGeom>
          <a:ln w="9525">
            <a:solidFill>
              <a:srgbClr val="8F9E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LABEL_8"/>
          <p:cNvSpPr txBox="1"/>
          <p:nvPr/>
        </p:nvSpPr>
        <p:spPr>
          <a:xfrm>
            <a:off x="10160000" y="44958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 spc="100">
                <a:solidFill>
                  <a:srgbClr val="ECF0F6"/>
                </a:solidFill>
                <a:latin typeface="Segoe UI"/>
              </a:rPr>
              <a:t>NEPTUNE</a:t>
            </a:r>
          </a:p>
        </p:txBody>
      </p:sp>
      <p:sp>
        <p:nvSpPr>
          <p:cNvPr id="40" name="CN_8"/>
          <p:cNvSpPr txBox="1"/>
          <p:nvPr/>
        </p:nvSpPr>
        <p:spPr>
          <a:xfrm>
            <a:off x="10160000" y="47117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00" b="0">
                <a:solidFill>
                  <a:srgbClr val="8F9EB4"/>
                </a:solidFill>
                <a:latin typeface="Segoe UI"/>
              </a:rPr>
              <a:t>海王星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UN" descr="su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245100" y="1750000"/>
            <a:ext cx="3000000" cy="3000000"/>
          </a:xfrm>
          <a:prstGeom prst="rect">
            <a:avLst/>
          </a:prstGeom>
        </p:spPr>
      </p:pic>
      <p:sp>
        <p:nvSpPr>
          <p:cNvPr id="3" name="HDR_TITLE"/>
          <p:cNvSpPr txBox="1"/>
          <p:nvPr/>
        </p:nvSpPr>
        <p:spPr>
          <a:xfrm>
            <a:off x="640000" y="430000"/>
            <a:ext cx="3000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spc="300">
                <a:solidFill>
                  <a:srgbClr val="ECF0F6"/>
                </a:solidFill>
                <a:latin typeface="Segoe UI"/>
              </a:rPr>
              <a:t>MERCURY</a:t>
            </a:r>
          </a:p>
        </p:txBody>
      </p:sp>
      <p:sp>
        <p:nvSpPr>
          <p:cNvPr id="4" name="HDR_CN"/>
          <p:cNvSpPr txBox="1"/>
          <p:nvPr/>
        </p:nvSpPr>
        <p:spPr>
          <a:xfrm>
            <a:off x="640000" y="920000"/>
            <a:ext cx="2000000" cy="3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E8B84A"/>
                </a:solidFill>
                <a:latin typeface="Segoe UI"/>
              </a:rPr>
              <a:t>水星</a:t>
            </a:r>
          </a:p>
        </p:txBody>
      </p:sp>
      <p:sp>
        <p:nvSpPr>
          <p:cNvPr id="5" name="TAGLINE"/>
          <p:cNvSpPr txBox="1"/>
          <p:nvPr/>
        </p:nvSpPr>
        <p:spPr>
          <a:xfrm>
            <a:off x="640000" y="1420000"/>
            <a:ext cx="230000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ECF0F6"/>
                </a:solidFill>
                <a:latin typeface="Segoe UI"/>
              </a:rPr>
              <a:t>距太阳 5790 万公里 · 公转一周 88 天</a:t>
            </a:r>
          </a:p>
        </p:txBody>
      </p:sp>
      <p:sp>
        <p:nvSpPr>
          <p:cNvPr id="6" name="BODY"/>
          <p:cNvSpPr txBox="1"/>
          <p:nvPr/>
        </p:nvSpPr>
        <p:spPr>
          <a:xfrm>
            <a:off x="640000" y="2600000"/>
            <a:ext cx="2400000" cy="24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8F9EB4"/>
                </a:solidFill>
                <a:latin typeface="Segoe UI"/>
              </a:rPr>
              <a:t>第 1 站 · 距离与构成</a:t>
            </a:r>
          </a:p>
          <a:p>
            <a:r>
              <a:rPr sz="1050" b="0">
                <a:solidFill>
                  <a:srgbClr val="8F9EB4"/>
                </a:solidFill>
                <a:latin typeface="Segoe UI"/>
              </a:rPr>
              <a:t/>
            </a:r>
          </a:p>
          <a:p>
            <a:r>
              <a:rPr sz="1050" b="0">
                <a:solidFill>
                  <a:srgbClr val="8F9EB4"/>
                </a:solidFill>
                <a:latin typeface="Segoe UI"/>
              </a:rPr>
              <a:t>它在太阳系中排第 1 位，绕太阳一周的时间随轨道半径变化。要看清它的细节，需要的不是飞得更近，而是更好的观测方法 —— 这正是下一页要做的事。</a:t>
            </a:r>
          </a:p>
        </p:txBody>
      </p:sp>
      <p:sp>
        <p:nvSpPr>
          <p:cNvPr id="7" name="INDEX"/>
          <p:cNvSpPr txBox="1"/>
          <p:nvPr/>
        </p:nvSpPr>
        <p:spPr>
          <a:xfrm>
            <a:off x="11200000" y="430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>
                <a:solidFill>
                  <a:srgbClr val="8F9EB4"/>
                </a:solidFill>
                <a:latin typeface="Segoe UI"/>
              </a:rPr>
              <a:t>1 / 8</a:t>
            </a:r>
          </a:p>
        </p:txBody>
      </p:sp>
      <p:sp>
        <p:nvSpPr>
          <p:cNvPr id="8" name="FOOT"/>
          <p:cNvSpPr txBox="1"/>
          <p:nvPr/>
        </p:nvSpPr>
        <p:spPr>
          <a:xfrm>
            <a:off x="640000" y="6180000"/>
            <a:ext cx="4000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8F9EB4"/>
                </a:solidFill>
                <a:latin typeface="Segoe UI"/>
              </a:rPr>
              <a:t>太阳系漫游指南</a:t>
            </a:r>
          </a:p>
        </p:txBody>
      </p:sp>
      <p:pic>
        <p:nvPicPr>
          <p:cNvPr id="9" name="PLANET_1" descr="mercu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2476500"/>
            <a:ext cx="1905000" cy="1905000"/>
          </a:xfrm>
          <a:prstGeom prst="rect">
            <a:avLst/>
          </a:prstGeom>
        </p:spPr>
      </p:pic>
      <p:cxnSp>
        <p:nvCxnSpPr>
          <p:cNvPr id="10" name="LEAD_1"/>
          <p:cNvCxnSpPr/>
          <p:nvPr/>
        </p:nvCxnSpPr>
        <p:spPr>
          <a:xfrm>
            <a:off x="6096000" y="4432300"/>
            <a:ext cx="0" cy="533400"/>
          </a:xfrm>
          <a:prstGeom prst="line">
            <a:avLst/>
          </a:prstGeom>
          <a:ln w="9525">
            <a:solidFill>
              <a:srgbClr val="E8B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ABEL_1"/>
          <p:cNvSpPr txBox="1"/>
          <p:nvPr/>
        </p:nvSpPr>
        <p:spPr>
          <a:xfrm>
            <a:off x="4953000" y="4991100"/>
            <a:ext cx="2286000" cy="304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spc="200">
                <a:solidFill>
                  <a:srgbClr val="ECF0F6"/>
                </a:solidFill>
                <a:latin typeface="Segoe UI"/>
              </a:rPr>
              <a:t>MERCURY</a:t>
            </a:r>
          </a:p>
        </p:txBody>
      </p:sp>
      <p:sp>
        <p:nvSpPr>
          <p:cNvPr id="12" name="CN_1"/>
          <p:cNvSpPr txBox="1"/>
          <p:nvPr/>
        </p:nvSpPr>
        <p:spPr>
          <a:xfrm>
            <a:off x="4953000" y="5270500"/>
            <a:ext cx="2286000" cy="279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E8B84A"/>
                </a:solidFill>
                <a:latin typeface="Segoe UI"/>
              </a:rPr>
              <a:t>水星</a:t>
            </a:r>
          </a:p>
        </p:txBody>
      </p:sp>
      <p:pic>
        <p:nvPicPr>
          <p:cNvPr id="13" name="PLANET_2" descr="venu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76300" y="2781300"/>
            <a:ext cx="787400" cy="787400"/>
          </a:xfrm>
          <a:prstGeom prst="rect">
            <a:avLst/>
          </a:prstGeom>
        </p:spPr>
      </p:pic>
      <p:cxnSp>
        <p:nvCxnSpPr>
          <p:cNvPr id="14" name="LEAD_2"/>
          <p:cNvCxnSpPr/>
          <p:nvPr/>
        </p:nvCxnSpPr>
        <p:spPr>
          <a:xfrm>
            <a:off x="13970000" y="3644900"/>
            <a:ext cx="0" cy="800100"/>
          </a:xfrm>
          <a:prstGeom prst="line">
            <a:avLst/>
          </a:prstGeom>
          <a:ln w="9525">
            <a:solidFill>
              <a:srgbClr val="E8B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ABEL_2"/>
          <p:cNvSpPr txBox="1"/>
          <p:nvPr/>
        </p:nvSpPr>
        <p:spPr>
          <a:xfrm>
            <a:off x="13335000" y="44958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spc="200">
                <a:solidFill>
                  <a:srgbClr val="ECF0F6"/>
                </a:solidFill>
                <a:latin typeface="Segoe UI"/>
              </a:rPr>
              <a:t>VENUS</a:t>
            </a:r>
          </a:p>
        </p:txBody>
      </p:sp>
      <p:sp>
        <p:nvSpPr>
          <p:cNvPr id="16" name="CN_2"/>
          <p:cNvSpPr txBox="1"/>
          <p:nvPr/>
        </p:nvSpPr>
        <p:spPr>
          <a:xfrm>
            <a:off x="13335000" y="47117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E8B84A"/>
                </a:solidFill>
                <a:latin typeface="Segoe UI"/>
              </a:rPr>
              <a:t>金星</a:t>
            </a:r>
          </a:p>
        </p:txBody>
      </p:sp>
      <p:pic>
        <p:nvPicPr>
          <p:cNvPr id="17" name="PLANET_3" descr="eart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614071" y="2730500"/>
            <a:ext cx="889000" cy="889000"/>
          </a:xfrm>
          <a:prstGeom prst="rect">
            <a:avLst/>
          </a:prstGeom>
        </p:spPr>
      </p:pic>
      <p:cxnSp>
        <p:nvCxnSpPr>
          <p:cNvPr id="18" name="LEAD_3"/>
          <p:cNvCxnSpPr/>
          <p:nvPr/>
        </p:nvCxnSpPr>
        <p:spPr>
          <a:xfrm>
            <a:off x="15058571" y="3695700"/>
            <a:ext cx="0" cy="749300"/>
          </a:xfrm>
          <a:prstGeom prst="line">
            <a:avLst/>
          </a:prstGeom>
          <a:ln w="9525">
            <a:solidFill>
              <a:srgbClr val="E8B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LABEL_3"/>
          <p:cNvSpPr txBox="1"/>
          <p:nvPr/>
        </p:nvSpPr>
        <p:spPr>
          <a:xfrm>
            <a:off x="14423571" y="44958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spc="200">
                <a:solidFill>
                  <a:srgbClr val="ECF0F6"/>
                </a:solidFill>
                <a:latin typeface="Segoe UI"/>
              </a:rPr>
              <a:t>EARTH</a:t>
            </a:r>
          </a:p>
        </p:txBody>
      </p:sp>
      <p:sp>
        <p:nvSpPr>
          <p:cNvPr id="20" name="CN_3"/>
          <p:cNvSpPr txBox="1"/>
          <p:nvPr/>
        </p:nvSpPr>
        <p:spPr>
          <a:xfrm>
            <a:off x="14423571" y="47117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E8B84A"/>
                </a:solidFill>
                <a:latin typeface="Segoe UI"/>
              </a:rPr>
              <a:t>地球</a:t>
            </a:r>
          </a:p>
        </p:txBody>
      </p:sp>
      <p:pic>
        <p:nvPicPr>
          <p:cNvPr id="21" name="PLANET_4" descr="mar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778842" y="2806700"/>
            <a:ext cx="736600" cy="736600"/>
          </a:xfrm>
          <a:prstGeom prst="rect">
            <a:avLst/>
          </a:prstGeom>
        </p:spPr>
      </p:pic>
      <p:cxnSp>
        <p:nvCxnSpPr>
          <p:cNvPr id="22" name="LEAD_4"/>
          <p:cNvCxnSpPr/>
          <p:nvPr/>
        </p:nvCxnSpPr>
        <p:spPr>
          <a:xfrm>
            <a:off x="16147142" y="3619500"/>
            <a:ext cx="0" cy="825500"/>
          </a:xfrm>
          <a:prstGeom prst="line">
            <a:avLst/>
          </a:prstGeom>
          <a:ln w="9525">
            <a:solidFill>
              <a:srgbClr val="E8B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LABEL_4"/>
          <p:cNvSpPr txBox="1"/>
          <p:nvPr/>
        </p:nvSpPr>
        <p:spPr>
          <a:xfrm>
            <a:off x="15512142" y="44958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spc="200">
                <a:solidFill>
                  <a:srgbClr val="ECF0F6"/>
                </a:solidFill>
                <a:latin typeface="Segoe UI"/>
              </a:rPr>
              <a:t>MARS</a:t>
            </a:r>
          </a:p>
        </p:txBody>
      </p:sp>
      <p:sp>
        <p:nvSpPr>
          <p:cNvPr id="24" name="CN_4"/>
          <p:cNvSpPr txBox="1"/>
          <p:nvPr/>
        </p:nvSpPr>
        <p:spPr>
          <a:xfrm>
            <a:off x="15512142" y="47117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E8B84A"/>
                </a:solidFill>
                <a:latin typeface="Segoe UI"/>
              </a:rPr>
              <a:t>火星</a:t>
            </a:r>
          </a:p>
        </p:txBody>
      </p:sp>
      <p:pic>
        <p:nvPicPr>
          <p:cNvPr id="25" name="PLANET_5" descr="jupite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499114" y="2438400"/>
            <a:ext cx="1473200" cy="1473200"/>
          </a:xfrm>
          <a:prstGeom prst="rect">
            <a:avLst/>
          </a:prstGeom>
        </p:spPr>
      </p:pic>
      <p:cxnSp>
        <p:nvCxnSpPr>
          <p:cNvPr id="26" name="LEAD_5"/>
          <p:cNvCxnSpPr/>
          <p:nvPr/>
        </p:nvCxnSpPr>
        <p:spPr>
          <a:xfrm>
            <a:off x="17235714" y="3987800"/>
            <a:ext cx="0" cy="457200"/>
          </a:xfrm>
          <a:prstGeom prst="line">
            <a:avLst/>
          </a:prstGeom>
          <a:ln w="9525">
            <a:solidFill>
              <a:srgbClr val="E8B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LABEL_5"/>
          <p:cNvSpPr txBox="1"/>
          <p:nvPr/>
        </p:nvSpPr>
        <p:spPr>
          <a:xfrm>
            <a:off x="16600714" y="44958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spc="200">
                <a:solidFill>
                  <a:srgbClr val="ECF0F6"/>
                </a:solidFill>
                <a:latin typeface="Segoe UI"/>
              </a:rPr>
              <a:t>JUPITER</a:t>
            </a:r>
          </a:p>
        </p:txBody>
      </p:sp>
      <p:sp>
        <p:nvSpPr>
          <p:cNvPr id="28" name="CN_5"/>
          <p:cNvSpPr txBox="1"/>
          <p:nvPr/>
        </p:nvSpPr>
        <p:spPr>
          <a:xfrm>
            <a:off x="16600714" y="47117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E8B84A"/>
                </a:solidFill>
                <a:latin typeface="Segoe UI"/>
              </a:rPr>
              <a:t>木星</a:t>
            </a:r>
          </a:p>
        </p:txBody>
      </p:sp>
      <p:pic>
        <p:nvPicPr>
          <p:cNvPr id="29" name="PLANET_6" descr="satur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663885" y="2514600"/>
            <a:ext cx="1320800" cy="1320800"/>
          </a:xfrm>
          <a:prstGeom prst="rect">
            <a:avLst/>
          </a:prstGeom>
        </p:spPr>
      </p:pic>
      <p:cxnSp>
        <p:nvCxnSpPr>
          <p:cNvPr id="30" name="LEAD_6"/>
          <p:cNvCxnSpPr/>
          <p:nvPr/>
        </p:nvCxnSpPr>
        <p:spPr>
          <a:xfrm>
            <a:off x="18324285" y="3911600"/>
            <a:ext cx="0" cy="533400"/>
          </a:xfrm>
          <a:prstGeom prst="line">
            <a:avLst/>
          </a:prstGeom>
          <a:ln w="9525">
            <a:solidFill>
              <a:srgbClr val="E8B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LABEL_6"/>
          <p:cNvSpPr txBox="1"/>
          <p:nvPr/>
        </p:nvSpPr>
        <p:spPr>
          <a:xfrm>
            <a:off x="17689285" y="44958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spc="200">
                <a:solidFill>
                  <a:srgbClr val="ECF0F6"/>
                </a:solidFill>
                <a:latin typeface="Segoe UI"/>
              </a:rPr>
              <a:t>SATURN</a:t>
            </a:r>
          </a:p>
        </p:txBody>
      </p:sp>
      <p:sp>
        <p:nvSpPr>
          <p:cNvPr id="32" name="CN_6"/>
          <p:cNvSpPr txBox="1"/>
          <p:nvPr/>
        </p:nvSpPr>
        <p:spPr>
          <a:xfrm>
            <a:off x="17689285" y="47117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E8B84A"/>
                </a:solidFill>
                <a:latin typeface="Segoe UI"/>
              </a:rPr>
              <a:t>土星</a:t>
            </a:r>
          </a:p>
        </p:txBody>
      </p:sp>
      <p:pic>
        <p:nvPicPr>
          <p:cNvPr id="33" name="PLANET_7" descr="uranu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930257" y="2692400"/>
            <a:ext cx="965200" cy="965200"/>
          </a:xfrm>
          <a:prstGeom prst="rect">
            <a:avLst/>
          </a:prstGeom>
        </p:spPr>
      </p:pic>
      <p:cxnSp>
        <p:nvCxnSpPr>
          <p:cNvPr id="34" name="LEAD_7"/>
          <p:cNvCxnSpPr/>
          <p:nvPr/>
        </p:nvCxnSpPr>
        <p:spPr>
          <a:xfrm>
            <a:off x="19412857" y="3733800"/>
            <a:ext cx="0" cy="711200"/>
          </a:xfrm>
          <a:prstGeom prst="line">
            <a:avLst/>
          </a:prstGeom>
          <a:ln w="9525">
            <a:solidFill>
              <a:srgbClr val="E8B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LABEL_7"/>
          <p:cNvSpPr txBox="1"/>
          <p:nvPr/>
        </p:nvSpPr>
        <p:spPr>
          <a:xfrm>
            <a:off x="18777857" y="44958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spc="200">
                <a:solidFill>
                  <a:srgbClr val="ECF0F6"/>
                </a:solidFill>
                <a:latin typeface="Segoe UI"/>
              </a:rPr>
              <a:t>URANUS</a:t>
            </a:r>
          </a:p>
        </p:txBody>
      </p:sp>
      <p:sp>
        <p:nvSpPr>
          <p:cNvPr id="36" name="CN_7"/>
          <p:cNvSpPr txBox="1"/>
          <p:nvPr/>
        </p:nvSpPr>
        <p:spPr>
          <a:xfrm>
            <a:off x="18777857" y="47117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E8B84A"/>
                </a:solidFill>
                <a:latin typeface="Segoe UI"/>
              </a:rPr>
              <a:t>天王星</a:t>
            </a:r>
          </a:p>
        </p:txBody>
      </p:sp>
      <p:pic>
        <p:nvPicPr>
          <p:cNvPr id="37" name="PLANET_8" descr="neptun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0044228" y="2717800"/>
            <a:ext cx="914400" cy="914400"/>
          </a:xfrm>
          <a:prstGeom prst="rect">
            <a:avLst/>
          </a:prstGeom>
        </p:spPr>
      </p:pic>
      <p:cxnSp>
        <p:nvCxnSpPr>
          <p:cNvPr id="38" name="LEAD_8"/>
          <p:cNvCxnSpPr/>
          <p:nvPr/>
        </p:nvCxnSpPr>
        <p:spPr>
          <a:xfrm>
            <a:off x="20501428" y="3708400"/>
            <a:ext cx="0" cy="736600"/>
          </a:xfrm>
          <a:prstGeom prst="line">
            <a:avLst/>
          </a:prstGeom>
          <a:ln w="9525">
            <a:solidFill>
              <a:srgbClr val="E8B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LABEL_8"/>
          <p:cNvSpPr txBox="1"/>
          <p:nvPr/>
        </p:nvSpPr>
        <p:spPr>
          <a:xfrm>
            <a:off x="19866428" y="44958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spc="200">
                <a:solidFill>
                  <a:srgbClr val="ECF0F6"/>
                </a:solidFill>
                <a:latin typeface="Segoe UI"/>
              </a:rPr>
              <a:t>NEPTUNE</a:t>
            </a:r>
          </a:p>
        </p:txBody>
      </p:sp>
      <p:sp>
        <p:nvSpPr>
          <p:cNvPr id="40" name="CN_8"/>
          <p:cNvSpPr txBox="1"/>
          <p:nvPr/>
        </p:nvSpPr>
        <p:spPr>
          <a:xfrm>
            <a:off x="19866428" y="47117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E8B84A"/>
                </a:solidFill>
                <a:latin typeface="Segoe UI"/>
              </a:rPr>
              <a:t>海王星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UN" descr="su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245100" y="1750000"/>
            <a:ext cx="3000000" cy="3000000"/>
          </a:xfrm>
          <a:prstGeom prst="rect">
            <a:avLst/>
          </a:prstGeom>
        </p:spPr>
      </p:pic>
      <p:sp>
        <p:nvSpPr>
          <p:cNvPr id="3" name="HDR_TITLE"/>
          <p:cNvSpPr txBox="1"/>
          <p:nvPr/>
        </p:nvSpPr>
        <p:spPr>
          <a:xfrm>
            <a:off x="640000" y="430000"/>
            <a:ext cx="3000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spc="300">
                <a:solidFill>
                  <a:srgbClr val="ECF0F6"/>
                </a:solidFill>
                <a:latin typeface="Segoe UI"/>
              </a:rPr>
              <a:t>VENUS</a:t>
            </a:r>
          </a:p>
        </p:txBody>
      </p:sp>
      <p:sp>
        <p:nvSpPr>
          <p:cNvPr id="4" name="HDR_CN"/>
          <p:cNvSpPr txBox="1"/>
          <p:nvPr/>
        </p:nvSpPr>
        <p:spPr>
          <a:xfrm>
            <a:off x="640000" y="920000"/>
            <a:ext cx="2000000" cy="3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E8B84A"/>
                </a:solidFill>
                <a:latin typeface="Segoe UI"/>
              </a:rPr>
              <a:t>金星</a:t>
            </a:r>
          </a:p>
        </p:txBody>
      </p:sp>
      <p:sp>
        <p:nvSpPr>
          <p:cNvPr id="5" name="TAGLINE"/>
          <p:cNvSpPr txBox="1"/>
          <p:nvPr/>
        </p:nvSpPr>
        <p:spPr>
          <a:xfrm>
            <a:off x="640000" y="1420000"/>
            <a:ext cx="230000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ECF0F6"/>
                </a:solidFill>
                <a:latin typeface="Segoe UI"/>
              </a:rPr>
              <a:t>表面约 465 ℃ · 太阳系最热的行星</a:t>
            </a:r>
          </a:p>
        </p:txBody>
      </p:sp>
      <p:sp>
        <p:nvSpPr>
          <p:cNvPr id="6" name="BODY"/>
          <p:cNvSpPr txBox="1"/>
          <p:nvPr/>
        </p:nvSpPr>
        <p:spPr>
          <a:xfrm>
            <a:off x="640000" y="2600000"/>
            <a:ext cx="2400000" cy="24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8F9EB4"/>
                </a:solidFill>
                <a:latin typeface="Segoe UI"/>
              </a:rPr>
              <a:t>第 2 站 · 距离与构成</a:t>
            </a:r>
          </a:p>
          <a:p>
            <a:r>
              <a:rPr sz="1050" b="0">
                <a:solidFill>
                  <a:srgbClr val="8F9EB4"/>
                </a:solidFill>
                <a:latin typeface="Segoe UI"/>
              </a:rPr>
              <a:t/>
            </a:r>
          </a:p>
          <a:p>
            <a:r>
              <a:rPr sz="1050" b="0">
                <a:solidFill>
                  <a:srgbClr val="8F9EB4"/>
                </a:solidFill>
                <a:latin typeface="Segoe UI"/>
              </a:rPr>
              <a:t>它在太阳系中排第 2 位，绕太阳一周的时间随轨道半径变化。要看清它的细节，需要的不是飞得更近，而是更好的观测方法 —— 这正是下一页要做的事。</a:t>
            </a:r>
          </a:p>
        </p:txBody>
      </p:sp>
      <p:sp>
        <p:nvSpPr>
          <p:cNvPr id="7" name="INDEX"/>
          <p:cNvSpPr txBox="1"/>
          <p:nvPr/>
        </p:nvSpPr>
        <p:spPr>
          <a:xfrm>
            <a:off x="11200000" y="430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>
                <a:solidFill>
                  <a:srgbClr val="8F9EB4"/>
                </a:solidFill>
                <a:latin typeface="Segoe UI"/>
              </a:rPr>
              <a:t>2 / 8</a:t>
            </a:r>
          </a:p>
        </p:txBody>
      </p:sp>
      <p:sp>
        <p:nvSpPr>
          <p:cNvPr id="8" name="FOOT"/>
          <p:cNvSpPr txBox="1"/>
          <p:nvPr/>
        </p:nvSpPr>
        <p:spPr>
          <a:xfrm>
            <a:off x="640000" y="6180000"/>
            <a:ext cx="4000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8F9EB4"/>
                </a:solidFill>
                <a:latin typeface="Segoe UI"/>
              </a:rPr>
              <a:t>太阳系漫游指南</a:t>
            </a:r>
          </a:p>
        </p:txBody>
      </p:sp>
      <p:pic>
        <p:nvPicPr>
          <p:cNvPr id="9" name="PLANET_1" descr="mercu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070100" y="2882900"/>
            <a:ext cx="584200" cy="584200"/>
          </a:xfrm>
          <a:prstGeom prst="rect">
            <a:avLst/>
          </a:prstGeom>
        </p:spPr>
      </p:pic>
      <p:cxnSp>
        <p:nvCxnSpPr>
          <p:cNvPr id="10" name="LEAD_1"/>
          <p:cNvCxnSpPr/>
          <p:nvPr/>
        </p:nvCxnSpPr>
        <p:spPr>
          <a:xfrm>
            <a:off x="-1778000" y="3543300"/>
            <a:ext cx="0" cy="901700"/>
          </a:xfrm>
          <a:prstGeom prst="line">
            <a:avLst/>
          </a:prstGeom>
          <a:ln w="9525">
            <a:solidFill>
              <a:srgbClr val="E8B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ABEL_1"/>
          <p:cNvSpPr txBox="1"/>
          <p:nvPr/>
        </p:nvSpPr>
        <p:spPr>
          <a:xfrm>
            <a:off x="-2413000" y="44958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spc="200">
                <a:solidFill>
                  <a:srgbClr val="ECF0F6"/>
                </a:solidFill>
                <a:latin typeface="Segoe UI"/>
              </a:rPr>
              <a:t>MERCURY</a:t>
            </a:r>
          </a:p>
        </p:txBody>
      </p:sp>
      <p:sp>
        <p:nvSpPr>
          <p:cNvPr id="12" name="CN_1"/>
          <p:cNvSpPr txBox="1"/>
          <p:nvPr/>
        </p:nvSpPr>
        <p:spPr>
          <a:xfrm>
            <a:off x="-2413000" y="47117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E8B84A"/>
                </a:solidFill>
                <a:latin typeface="Segoe UI"/>
              </a:rPr>
              <a:t>水星</a:t>
            </a:r>
          </a:p>
        </p:txBody>
      </p:sp>
      <p:pic>
        <p:nvPicPr>
          <p:cNvPr id="13" name="PLANET_2" descr="venu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9500" y="2222500"/>
            <a:ext cx="2413000" cy="2413000"/>
          </a:xfrm>
          <a:prstGeom prst="rect">
            <a:avLst/>
          </a:prstGeom>
        </p:spPr>
      </p:pic>
      <p:cxnSp>
        <p:nvCxnSpPr>
          <p:cNvPr id="14" name="LEAD_2"/>
          <p:cNvCxnSpPr/>
          <p:nvPr/>
        </p:nvCxnSpPr>
        <p:spPr>
          <a:xfrm>
            <a:off x="6096000" y="4686300"/>
            <a:ext cx="0" cy="533400"/>
          </a:xfrm>
          <a:prstGeom prst="line">
            <a:avLst/>
          </a:prstGeom>
          <a:ln w="9525">
            <a:solidFill>
              <a:srgbClr val="E8B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ABEL_2"/>
          <p:cNvSpPr txBox="1"/>
          <p:nvPr/>
        </p:nvSpPr>
        <p:spPr>
          <a:xfrm>
            <a:off x="4953000" y="5245100"/>
            <a:ext cx="2286000" cy="304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spc="200">
                <a:solidFill>
                  <a:srgbClr val="ECF0F6"/>
                </a:solidFill>
                <a:latin typeface="Segoe UI"/>
              </a:rPr>
              <a:t>VENUS</a:t>
            </a:r>
          </a:p>
        </p:txBody>
      </p:sp>
      <p:sp>
        <p:nvSpPr>
          <p:cNvPr id="16" name="CN_2"/>
          <p:cNvSpPr txBox="1"/>
          <p:nvPr/>
        </p:nvSpPr>
        <p:spPr>
          <a:xfrm>
            <a:off x="4953000" y="5524500"/>
            <a:ext cx="2286000" cy="279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E8B84A"/>
                </a:solidFill>
                <a:latin typeface="Segoe UI"/>
              </a:rPr>
              <a:t>金星</a:t>
            </a:r>
          </a:p>
        </p:txBody>
      </p:sp>
      <p:pic>
        <p:nvPicPr>
          <p:cNvPr id="17" name="PLANET_3" descr="eart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525500" y="2730500"/>
            <a:ext cx="889000" cy="889000"/>
          </a:xfrm>
          <a:prstGeom prst="rect">
            <a:avLst/>
          </a:prstGeom>
        </p:spPr>
      </p:pic>
      <p:cxnSp>
        <p:nvCxnSpPr>
          <p:cNvPr id="18" name="LEAD_3"/>
          <p:cNvCxnSpPr/>
          <p:nvPr/>
        </p:nvCxnSpPr>
        <p:spPr>
          <a:xfrm>
            <a:off x="13970000" y="3695700"/>
            <a:ext cx="0" cy="749300"/>
          </a:xfrm>
          <a:prstGeom prst="line">
            <a:avLst/>
          </a:prstGeom>
          <a:ln w="9525">
            <a:solidFill>
              <a:srgbClr val="E8B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LABEL_3"/>
          <p:cNvSpPr txBox="1"/>
          <p:nvPr/>
        </p:nvSpPr>
        <p:spPr>
          <a:xfrm>
            <a:off x="13335000" y="44958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spc="200">
                <a:solidFill>
                  <a:srgbClr val="ECF0F6"/>
                </a:solidFill>
                <a:latin typeface="Segoe UI"/>
              </a:rPr>
              <a:t>EARTH</a:t>
            </a:r>
          </a:p>
        </p:txBody>
      </p:sp>
      <p:sp>
        <p:nvSpPr>
          <p:cNvPr id="20" name="CN_3"/>
          <p:cNvSpPr txBox="1"/>
          <p:nvPr/>
        </p:nvSpPr>
        <p:spPr>
          <a:xfrm>
            <a:off x="13335000" y="47117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E8B84A"/>
                </a:solidFill>
                <a:latin typeface="Segoe UI"/>
              </a:rPr>
              <a:t>地球</a:t>
            </a:r>
          </a:p>
        </p:txBody>
      </p:sp>
      <p:pic>
        <p:nvPicPr>
          <p:cNvPr id="21" name="PLANET_4" descr="mar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690271" y="2806700"/>
            <a:ext cx="736600" cy="736600"/>
          </a:xfrm>
          <a:prstGeom prst="rect">
            <a:avLst/>
          </a:prstGeom>
        </p:spPr>
      </p:pic>
      <p:cxnSp>
        <p:nvCxnSpPr>
          <p:cNvPr id="22" name="LEAD_4"/>
          <p:cNvCxnSpPr/>
          <p:nvPr/>
        </p:nvCxnSpPr>
        <p:spPr>
          <a:xfrm>
            <a:off x="15058571" y="3619500"/>
            <a:ext cx="0" cy="825500"/>
          </a:xfrm>
          <a:prstGeom prst="line">
            <a:avLst/>
          </a:prstGeom>
          <a:ln w="9525">
            <a:solidFill>
              <a:srgbClr val="E8B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LABEL_4"/>
          <p:cNvSpPr txBox="1"/>
          <p:nvPr/>
        </p:nvSpPr>
        <p:spPr>
          <a:xfrm>
            <a:off x="14423571" y="44958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spc="200">
                <a:solidFill>
                  <a:srgbClr val="ECF0F6"/>
                </a:solidFill>
                <a:latin typeface="Segoe UI"/>
              </a:rPr>
              <a:t>MARS</a:t>
            </a:r>
          </a:p>
        </p:txBody>
      </p:sp>
      <p:sp>
        <p:nvSpPr>
          <p:cNvPr id="24" name="CN_4"/>
          <p:cNvSpPr txBox="1"/>
          <p:nvPr/>
        </p:nvSpPr>
        <p:spPr>
          <a:xfrm>
            <a:off x="14423571" y="47117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E8B84A"/>
                </a:solidFill>
                <a:latin typeface="Segoe UI"/>
              </a:rPr>
              <a:t>火星</a:t>
            </a:r>
          </a:p>
        </p:txBody>
      </p:sp>
      <p:pic>
        <p:nvPicPr>
          <p:cNvPr id="25" name="PLANET_5" descr="jupite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410542" y="2438400"/>
            <a:ext cx="1473200" cy="1473200"/>
          </a:xfrm>
          <a:prstGeom prst="rect">
            <a:avLst/>
          </a:prstGeom>
        </p:spPr>
      </p:pic>
      <p:cxnSp>
        <p:nvCxnSpPr>
          <p:cNvPr id="26" name="LEAD_5"/>
          <p:cNvCxnSpPr/>
          <p:nvPr/>
        </p:nvCxnSpPr>
        <p:spPr>
          <a:xfrm>
            <a:off x="16147142" y="3987800"/>
            <a:ext cx="0" cy="457200"/>
          </a:xfrm>
          <a:prstGeom prst="line">
            <a:avLst/>
          </a:prstGeom>
          <a:ln w="9525">
            <a:solidFill>
              <a:srgbClr val="E8B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LABEL_5"/>
          <p:cNvSpPr txBox="1"/>
          <p:nvPr/>
        </p:nvSpPr>
        <p:spPr>
          <a:xfrm>
            <a:off x="15512142" y="44958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spc="200">
                <a:solidFill>
                  <a:srgbClr val="ECF0F6"/>
                </a:solidFill>
                <a:latin typeface="Segoe UI"/>
              </a:rPr>
              <a:t>JUPITER</a:t>
            </a:r>
          </a:p>
        </p:txBody>
      </p:sp>
      <p:sp>
        <p:nvSpPr>
          <p:cNvPr id="28" name="CN_5"/>
          <p:cNvSpPr txBox="1"/>
          <p:nvPr/>
        </p:nvSpPr>
        <p:spPr>
          <a:xfrm>
            <a:off x="15512142" y="47117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E8B84A"/>
                </a:solidFill>
                <a:latin typeface="Segoe UI"/>
              </a:rPr>
              <a:t>木星</a:t>
            </a:r>
          </a:p>
        </p:txBody>
      </p:sp>
      <p:pic>
        <p:nvPicPr>
          <p:cNvPr id="29" name="PLANET_6" descr="satur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575314" y="2514600"/>
            <a:ext cx="1320800" cy="1320800"/>
          </a:xfrm>
          <a:prstGeom prst="rect">
            <a:avLst/>
          </a:prstGeom>
        </p:spPr>
      </p:pic>
      <p:cxnSp>
        <p:nvCxnSpPr>
          <p:cNvPr id="30" name="LEAD_6"/>
          <p:cNvCxnSpPr/>
          <p:nvPr/>
        </p:nvCxnSpPr>
        <p:spPr>
          <a:xfrm>
            <a:off x="17235714" y="3911600"/>
            <a:ext cx="0" cy="533400"/>
          </a:xfrm>
          <a:prstGeom prst="line">
            <a:avLst/>
          </a:prstGeom>
          <a:ln w="9525">
            <a:solidFill>
              <a:srgbClr val="E8B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LABEL_6"/>
          <p:cNvSpPr txBox="1"/>
          <p:nvPr/>
        </p:nvSpPr>
        <p:spPr>
          <a:xfrm>
            <a:off x="16600714" y="44958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spc="200">
                <a:solidFill>
                  <a:srgbClr val="ECF0F6"/>
                </a:solidFill>
                <a:latin typeface="Segoe UI"/>
              </a:rPr>
              <a:t>SATURN</a:t>
            </a:r>
          </a:p>
        </p:txBody>
      </p:sp>
      <p:sp>
        <p:nvSpPr>
          <p:cNvPr id="32" name="CN_6"/>
          <p:cNvSpPr txBox="1"/>
          <p:nvPr/>
        </p:nvSpPr>
        <p:spPr>
          <a:xfrm>
            <a:off x="16600714" y="47117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E8B84A"/>
                </a:solidFill>
                <a:latin typeface="Segoe UI"/>
              </a:rPr>
              <a:t>土星</a:t>
            </a:r>
          </a:p>
        </p:txBody>
      </p:sp>
      <p:pic>
        <p:nvPicPr>
          <p:cNvPr id="33" name="PLANET_7" descr="uranu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841685" y="2692400"/>
            <a:ext cx="965200" cy="965200"/>
          </a:xfrm>
          <a:prstGeom prst="rect">
            <a:avLst/>
          </a:prstGeom>
        </p:spPr>
      </p:pic>
      <p:cxnSp>
        <p:nvCxnSpPr>
          <p:cNvPr id="34" name="LEAD_7"/>
          <p:cNvCxnSpPr/>
          <p:nvPr/>
        </p:nvCxnSpPr>
        <p:spPr>
          <a:xfrm>
            <a:off x="18324285" y="3733800"/>
            <a:ext cx="0" cy="711200"/>
          </a:xfrm>
          <a:prstGeom prst="line">
            <a:avLst/>
          </a:prstGeom>
          <a:ln w="9525">
            <a:solidFill>
              <a:srgbClr val="E8B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LABEL_7"/>
          <p:cNvSpPr txBox="1"/>
          <p:nvPr/>
        </p:nvSpPr>
        <p:spPr>
          <a:xfrm>
            <a:off x="17689285" y="44958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spc="200">
                <a:solidFill>
                  <a:srgbClr val="ECF0F6"/>
                </a:solidFill>
                <a:latin typeface="Segoe UI"/>
              </a:rPr>
              <a:t>URANUS</a:t>
            </a:r>
          </a:p>
        </p:txBody>
      </p:sp>
      <p:sp>
        <p:nvSpPr>
          <p:cNvPr id="36" name="CN_7"/>
          <p:cNvSpPr txBox="1"/>
          <p:nvPr/>
        </p:nvSpPr>
        <p:spPr>
          <a:xfrm>
            <a:off x="17689285" y="47117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E8B84A"/>
                </a:solidFill>
                <a:latin typeface="Segoe UI"/>
              </a:rPr>
              <a:t>天王星</a:t>
            </a:r>
          </a:p>
        </p:txBody>
      </p:sp>
      <p:pic>
        <p:nvPicPr>
          <p:cNvPr id="37" name="PLANET_8" descr="neptun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955657" y="2717800"/>
            <a:ext cx="914400" cy="914400"/>
          </a:xfrm>
          <a:prstGeom prst="rect">
            <a:avLst/>
          </a:prstGeom>
        </p:spPr>
      </p:pic>
      <p:cxnSp>
        <p:nvCxnSpPr>
          <p:cNvPr id="38" name="LEAD_8"/>
          <p:cNvCxnSpPr/>
          <p:nvPr/>
        </p:nvCxnSpPr>
        <p:spPr>
          <a:xfrm>
            <a:off x="19412857" y="3708400"/>
            <a:ext cx="0" cy="736600"/>
          </a:xfrm>
          <a:prstGeom prst="line">
            <a:avLst/>
          </a:prstGeom>
          <a:ln w="9525">
            <a:solidFill>
              <a:srgbClr val="E8B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LABEL_8"/>
          <p:cNvSpPr txBox="1"/>
          <p:nvPr/>
        </p:nvSpPr>
        <p:spPr>
          <a:xfrm>
            <a:off x="18777857" y="44958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spc="200">
                <a:solidFill>
                  <a:srgbClr val="ECF0F6"/>
                </a:solidFill>
                <a:latin typeface="Segoe UI"/>
              </a:rPr>
              <a:t>NEPTUNE</a:t>
            </a:r>
          </a:p>
        </p:txBody>
      </p:sp>
      <p:sp>
        <p:nvSpPr>
          <p:cNvPr id="40" name="CN_8"/>
          <p:cNvSpPr txBox="1"/>
          <p:nvPr/>
        </p:nvSpPr>
        <p:spPr>
          <a:xfrm>
            <a:off x="18777857" y="47117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E8B84A"/>
                </a:solidFill>
                <a:latin typeface="Segoe UI"/>
              </a:rPr>
              <a:t>海王星</a:t>
            </a:r>
          </a:p>
        </p:txBody>
      </p:sp>
    </p:spTree>
    <p:extLst>
      <p:ext uri="{BB962C8B-B14F-4D97-AF65-F5344CB8AC3E}">
        <p14:creationId xmlns:p14="http://schemas.microsoft.com/office/powerpoint/2010/main" val="19272772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UN" descr="su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245100" y="1750000"/>
            <a:ext cx="3000000" cy="3000000"/>
          </a:xfrm>
          <a:prstGeom prst="rect">
            <a:avLst/>
          </a:prstGeom>
        </p:spPr>
      </p:pic>
      <p:sp>
        <p:nvSpPr>
          <p:cNvPr id="3" name="HDR_TITLE"/>
          <p:cNvSpPr txBox="1"/>
          <p:nvPr/>
        </p:nvSpPr>
        <p:spPr>
          <a:xfrm>
            <a:off x="640000" y="430000"/>
            <a:ext cx="3000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spc="300">
                <a:solidFill>
                  <a:srgbClr val="ECF0F6"/>
                </a:solidFill>
                <a:latin typeface="Segoe UI"/>
              </a:rPr>
              <a:t>EARTH</a:t>
            </a:r>
          </a:p>
        </p:txBody>
      </p:sp>
      <p:sp>
        <p:nvSpPr>
          <p:cNvPr id="4" name="HDR_CN"/>
          <p:cNvSpPr txBox="1"/>
          <p:nvPr/>
        </p:nvSpPr>
        <p:spPr>
          <a:xfrm>
            <a:off x="640000" y="920000"/>
            <a:ext cx="2000000" cy="3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E8B84A"/>
                </a:solidFill>
                <a:latin typeface="Segoe UI"/>
              </a:rPr>
              <a:t>地球</a:t>
            </a:r>
          </a:p>
        </p:txBody>
      </p:sp>
      <p:sp>
        <p:nvSpPr>
          <p:cNvPr id="5" name="TAGLINE"/>
          <p:cNvSpPr txBox="1"/>
          <p:nvPr/>
        </p:nvSpPr>
        <p:spPr>
          <a:xfrm>
            <a:off x="640000" y="1420000"/>
            <a:ext cx="230000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ECF0F6"/>
                </a:solidFill>
                <a:latin typeface="Segoe UI"/>
              </a:rPr>
              <a:t>距太阳 1.5 亿 km · 已知唯一的生命星球</a:t>
            </a:r>
          </a:p>
        </p:txBody>
      </p:sp>
      <p:sp>
        <p:nvSpPr>
          <p:cNvPr id="6" name="BODY"/>
          <p:cNvSpPr txBox="1"/>
          <p:nvPr/>
        </p:nvSpPr>
        <p:spPr>
          <a:xfrm>
            <a:off x="640000" y="2600000"/>
            <a:ext cx="2400000" cy="24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8F9EB4"/>
                </a:solidFill>
                <a:latin typeface="Segoe UI"/>
              </a:rPr>
              <a:t>第 3 站 · 距离与构成</a:t>
            </a:r>
          </a:p>
          <a:p>
            <a:r>
              <a:rPr sz="1050" b="0">
                <a:solidFill>
                  <a:srgbClr val="8F9EB4"/>
                </a:solidFill>
                <a:latin typeface="Segoe UI"/>
              </a:rPr>
              <a:t/>
            </a:r>
          </a:p>
          <a:p>
            <a:r>
              <a:rPr sz="1050" b="0">
                <a:solidFill>
                  <a:srgbClr val="8F9EB4"/>
                </a:solidFill>
                <a:latin typeface="Segoe UI"/>
              </a:rPr>
              <a:t>它在太阳系中排第 3 位，绕太阳一周的时间随轨道半径变化。要看清它的细节，需要的不是飞得更近，而是更好的观测方法 —— 这正是下一页要做的事。</a:t>
            </a:r>
          </a:p>
        </p:txBody>
      </p:sp>
      <p:sp>
        <p:nvSpPr>
          <p:cNvPr id="7" name="INDEX"/>
          <p:cNvSpPr txBox="1"/>
          <p:nvPr/>
        </p:nvSpPr>
        <p:spPr>
          <a:xfrm>
            <a:off x="11200000" y="430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>
                <a:solidFill>
                  <a:srgbClr val="8F9EB4"/>
                </a:solidFill>
                <a:latin typeface="Segoe UI"/>
              </a:rPr>
              <a:t>3 / 8</a:t>
            </a:r>
          </a:p>
        </p:txBody>
      </p:sp>
      <p:sp>
        <p:nvSpPr>
          <p:cNvPr id="8" name="FOOT"/>
          <p:cNvSpPr txBox="1"/>
          <p:nvPr/>
        </p:nvSpPr>
        <p:spPr>
          <a:xfrm>
            <a:off x="640000" y="6180000"/>
            <a:ext cx="4000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8F9EB4"/>
                </a:solidFill>
                <a:latin typeface="Segoe UI"/>
              </a:rPr>
              <a:t>太阳系漫游指南</a:t>
            </a:r>
          </a:p>
        </p:txBody>
      </p:sp>
      <p:pic>
        <p:nvPicPr>
          <p:cNvPr id="9" name="PLANET_1" descr="mercu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158671" y="2882900"/>
            <a:ext cx="584200" cy="584200"/>
          </a:xfrm>
          <a:prstGeom prst="rect">
            <a:avLst/>
          </a:prstGeom>
        </p:spPr>
      </p:pic>
      <p:cxnSp>
        <p:nvCxnSpPr>
          <p:cNvPr id="10" name="LEAD_1"/>
          <p:cNvCxnSpPr/>
          <p:nvPr/>
        </p:nvCxnSpPr>
        <p:spPr>
          <a:xfrm>
            <a:off x="-2866571" y="3543300"/>
            <a:ext cx="0" cy="901700"/>
          </a:xfrm>
          <a:prstGeom prst="line">
            <a:avLst/>
          </a:prstGeom>
          <a:ln w="9525">
            <a:solidFill>
              <a:srgbClr val="E8B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ABEL_1"/>
          <p:cNvSpPr txBox="1"/>
          <p:nvPr/>
        </p:nvSpPr>
        <p:spPr>
          <a:xfrm>
            <a:off x="-3501571" y="44958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spc="200">
                <a:solidFill>
                  <a:srgbClr val="ECF0F6"/>
                </a:solidFill>
                <a:latin typeface="Segoe UI"/>
              </a:rPr>
              <a:t>MERCURY</a:t>
            </a:r>
          </a:p>
        </p:txBody>
      </p:sp>
      <p:sp>
        <p:nvSpPr>
          <p:cNvPr id="12" name="CN_1"/>
          <p:cNvSpPr txBox="1"/>
          <p:nvPr/>
        </p:nvSpPr>
        <p:spPr>
          <a:xfrm>
            <a:off x="-3501571" y="47117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E8B84A"/>
                </a:solidFill>
                <a:latin typeface="Segoe UI"/>
              </a:rPr>
              <a:t>水星</a:t>
            </a:r>
          </a:p>
        </p:txBody>
      </p:sp>
      <p:pic>
        <p:nvPicPr>
          <p:cNvPr id="13" name="PLANET_2" descr="venu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171700" y="2781300"/>
            <a:ext cx="787400" cy="787400"/>
          </a:xfrm>
          <a:prstGeom prst="rect">
            <a:avLst/>
          </a:prstGeom>
        </p:spPr>
      </p:pic>
      <p:cxnSp>
        <p:nvCxnSpPr>
          <p:cNvPr id="14" name="LEAD_2"/>
          <p:cNvCxnSpPr/>
          <p:nvPr/>
        </p:nvCxnSpPr>
        <p:spPr>
          <a:xfrm>
            <a:off x="-1778000" y="3644900"/>
            <a:ext cx="0" cy="800100"/>
          </a:xfrm>
          <a:prstGeom prst="line">
            <a:avLst/>
          </a:prstGeom>
          <a:ln w="9525">
            <a:solidFill>
              <a:srgbClr val="E8B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ABEL_2"/>
          <p:cNvSpPr txBox="1"/>
          <p:nvPr/>
        </p:nvSpPr>
        <p:spPr>
          <a:xfrm>
            <a:off x="-2413000" y="44958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spc="200">
                <a:solidFill>
                  <a:srgbClr val="ECF0F6"/>
                </a:solidFill>
                <a:latin typeface="Segoe UI"/>
              </a:rPr>
              <a:t>VENUS</a:t>
            </a:r>
          </a:p>
        </p:txBody>
      </p:sp>
      <p:sp>
        <p:nvSpPr>
          <p:cNvPr id="16" name="CN_2"/>
          <p:cNvSpPr txBox="1"/>
          <p:nvPr/>
        </p:nvSpPr>
        <p:spPr>
          <a:xfrm>
            <a:off x="-2413000" y="47117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E8B84A"/>
                </a:solidFill>
                <a:latin typeface="Segoe UI"/>
              </a:rPr>
              <a:t>金星</a:t>
            </a:r>
          </a:p>
        </p:txBody>
      </p:sp>
      <p:pic>
        <p:nvPicPr>
          <p:cNvPr id="17" name="PLANET_3" descr="eart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35500" y="1968500"/>
            <a:ext cx="2921000" cy="2921000"/>
          </a:xfrm>
          <a:prstGeom prst="rect">
            <a:avLst/>
          </a:prstGeom>
        </p:spPr>
      </p:pic>
      <p:cxnSp>
        <p:nvCxnSpPr>
          <p:cNvPr id="18" name="LEAD_3"/>
          <p:cNvCxnSpPr/>
          <p:nvPr/>
        </p:nvCxnSpPr>
        <p:spPr>
          <a:xfrm>
            <a:off x="6096000" y="4940300"/>
            <a:ext cx="0" cy="533400"/>
          </a:xfrm>
          <a:prstGeom prst="line">
            <a:avLst/>
          </a:prstGeom>
          <a:ln w="9525">
            <a:solidFill>
              <a:srgbClr val="E8B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LABEL_3"/>
          <p:cNvSpPr txBox="1"/>
          <p:nvPr/>
        </p:nvSpPr>
        <p:spPr>
          <a:xfrm>
            <a:off x="4953000" y="5499100"/>
            <a:ext cx="2286000" cy="304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spc="200">
                <a:solidFill>
                  <a:srgbClr val="ECF0F6"/>
                </a:solidFill>
                <a:latin typeface="Segoe UI"/>
              </a:rPr>
              <a:t>EARTH</a:t>
            </a:r>
          </a:p>
        </p:txBody>
      </p:sp>
      <p:sp>
        <p:nvSpPr>
          <p:cNvPr id="20" name="CN_3"/>
          <p:cNvSpPr txBox="1"/>
          <p:nvPr/>
        </p:nvSpPr>
        <p:spPr>
          <a:xfrm>
            <a:off x="4953000" y="5778500"/>
            <a:ext cx="2286000" cy="279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E8B84A"/>
                </a:solidFill>
                <a:latin typeface="Segoe UI"/>
              </a:rPr>
              <a:t>地球</a:t>
            </a:r>
          </a:p>
        </p:txBody>
      </p:sp>
      <p:pic>
        <p:nvPicPr>
          <p:cNvPr id="21" name="PLANET_4" descr="mar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601700" y="2806700"/>
            <a:ext cx="736600" cy="736600"/>
          </a:xfrm>
          <a:prstGeom prst="rect">
            <a:avLst/>
          </a:prstGeom>
        </p:spPr>
      </p:pic>
      <p:cxnSp>
        <p:nvCxnSpPr>
          <p:cNvPr id="22" name="LEAD_4"/>
          <p:cNvCxnSpPr/>
          <p:nvPr/>
        </p:nvCxnSpPr>
        <p:spPr>
          <a:xfrm>
            <a:off x="13970000" y="3619500"/>
            <a:ext cx="0" cy="825500"/>
          </a:xfrm>
          <a:prstGeom prst="line">
            <a:avLst/>
          </a:prstGeom>
          <a:ln w="9525">
            <a:solidFill>
              <a:srgbClr val="E8B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LABEL_4"/>
          <p:cNvSpPr txBox="1"/>
          <p:nvPr/>
        </p:nvSpPr>
        <p:spPr>
          <a:xfrm>
            <a:off x="13335000" y="44958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spc="200">
                <a:solidFill>
                  <a:srgbClr val="ECF0F6"/>
                </a:solidFill>
                <a:latin typeface="Segoe UI"/>
              </a:rPr>
              <a:t>MARS</a:t>
            </a:r>
          </a:p>
        </p:txBody>
      </p:sp>
      <p:sp>
        <p:nvSpPr>
          <p:cNvPr id="24" name="CN_4"/>
          <p:cNvSpPr txBox="1"/>
          <p:nvPr/>
        </p:nvSpPr>
        <p:spPr>
          <a:xfrm>
            <a:off x="13335000" y="47117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E8B84A"/>
                </a:solidFill>
                <a:latin typeface="Segoe UI"/>
              </a:rPr>
              <a:t>火星</a:t>
            </a:r>
          </a:p>
        </p:txBody>
      </p:sp>
      <p:pic>
        <p:nvPicPr>
          <p:cNvPr id="25" name="PLANET_5" descr="jupite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321971" y="2438400"/>
            <a:ext cx="1473200" cy="1473200"/>
          </a:xfrm>
          <a:prstGeom prst="rect">
            <a:avLst/>
          </a:prstGeom>
        </p:spPr>
      </p:pic>
      <p:cxnSp>
        <p:nvCxnSpPr>
          <p:cNvPr id="26" name="LEAD_5"/>
          <p:cNvCxnSpPr/>
          <p:nvPr/>
        </p:nvCxnSpPr>
        <p:spPr>
          <a:xfrm>
            <a:off x="15058571" y="3987800"/>
            <a:ext cx="0" cy="457200"/>
          </a:xfrm>
          <a:prstGeom prst="line">
            <a:avLst/>
          </a:prstGeom>
          <a:ln w="9525">
            <a:solidFill>
              <a:srgbClr val="E8B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LABEL_5"/>
          <p:cNvSpPr txBox="1"/>
          <p:nvPr/>
        </p:nvSpPr>
        <p:spPr>
          <a:xfrm>
            <a:off x="14423571" y="44958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spc="200">
                <a:solidFill>
                  <a:srgbClr val="ECF0F6"/>
                </a:solidFill>
                <a:latin typeface="Segoe UI"/>
              </a:rPr>
              <a:t>JUPITER</a:t>
            </a:r>
          </a:p>
        </p:txBody>
      </p:sp>
      <p:sp>
        <p:nvSpPr>
          <p:cNvPr id="28" name="CN_5"/>
          <p:cNvSpPr txBox="1"/>
          <p:nvPr/>
        </p:nvSpPr>
        <p:spPr>
          <a:xfrm>
            <a:off x="14423571" y="47117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E8B84A"/>
                </a:solidFill>
                <a:latin typeface="Segoe UI"/>
              </a:rPr>
              <a:t>木星</a:t>
            </a:r>
          </a:p>
        </p:txBody>
      </p:sp>
      <p:pic>
        <p:nvPicPr>
          <p:cNvPr id="29" name="PLANET_6" descr="satur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486742" y="2514600"/>
            <a:ext cx="1320800" cy="1320800"/>
          </a:xfrm>
          <a:prstGeom prst="rect">
            <a:avLst/>
          </a:prstGeom>
        </p:spPr>
      </p:pic>
      <p:cxnSp>
        <p:nvCxnSpPr>
          <p:cNvPr id="30" name="LEAD_6"/>
          <p:cNvCxnSpPr/>
          <p:nvPr/>
        </p:nvCxnSpPr>
        <p:spPr>
          <a:xfrm>
            <a:off x="16147142" y="3911600"/>
            <a:ext cx="0" cy="533400"/>
          </a:xfrm>
          <a:prstGeom prst="line">
            <a:avLst/>
          </a:prstGeom>
          <a:ln w="9525">
            <a:solidFill>
              <a:srgbClr val="E8B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LABEL_6"/>
          <p:cNvSpPr txBox="1"/>
          <p:nvPr/>
        </p:nvSpPr>
        <p:spPr>
          <a:xfrm>
            <a:off x="15512142" y="44958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spc="200">
                <a:solidFill>
                  <a:srgbClr val="ECF0F6"/>
                </a:solidFill>
                <a:latin typeface="Segoe UI"/>
              </a:rPr>
              <a:t>SATURN</a:t>
            </a:r>
          </a:p>
        </p:txBody>
      </p:sp>
      <p:sp>
        <p:nvSpPr>
          <p:cNvPr id="32" name="CN_6"/>
          <p:cNvSpPr txBox="1"/>
          <p:nvPr/>
        </p:nvSpPr>
        <p:spPr>
          <a:xfrm>
            <a:off x="15512142" y="47117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E8B84A"/>
                </a:solidFill>
                <a:latin typeface="Segoe UI"/>
              </a:rPr>
              <a:t>土星</a:t>
            </a:r>
          </a:p>
        </p:txBody>
      </p:sp>
      <p:pic>
        <p:nvPicPr>
          <p:cNvPr id="33" name="PLANET_7" descr="uranu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753114" y="2692400"/>
            <a:ext cx="965200" cy="965200"/>
          </a:xfrm>
          <a:prstGeom prst="rect">
            <a:avLst/>
          </a:prstGeom>
        </p:spPr>
      </p:pic>
      <p:cxnSp>
        <p:nvCxnSpPr>
          <p:cNvPr id="34" name="LEAD_7"/>
          <p:cNvCxnSpPr/>
          <p:nvPr/>
        </p:nvCxnSpPr>
        <p:spPr>
          <a:xfrm>
            <a:off x="17235714" y="3733800"/>
            <a:ext cx="0" cy="711200"/>
          </a:xfrm>
          <a:prstGeom prst="line">
            <a:avLst/>
          </a:prstGeom>
          <a:ln w="9525">
            <a:solidFill>
              <a:srgbClr val="E8B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LABEL_7"/>
          <p:cNvSpPr txBox="1"/>
          <p:nvPr/>
        </p:nvSpPr>
        <p:spPr>
          <a:xfrm>
            <a:off x="16600714" y="44958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spc="200">
                <a:solidFill>
                  <a:srgbClr val="ECF0F6"/>
                </a:solidFill>
                <a:latin typeface="Segoe UI"/>
              </a:rPr>
              <a:t>URANUS</a:t>
            </a:r>
          </a:p>
        </p:txBody>
      </p:sp>
      <p:sp>
        <p:nvSpPr>
          <p:cNvPr id="36" name="CN_7"/>
          <p:cNvSpPr txBox="1"/>
          <p:nvPr/>
        </p:nvSpPr>
        <p:spPr>
          <a:xfrm>
            <a:off x="16600714" y="47117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E8B84A"/>
                </a:solidFill>
                <a:latin typeface="Segoe UI"/>
              </a:rPr>
              <a:t>天王星</a:t>
            </a:r>
          </a:p>
        </p:txBody>
      </p:sp>
      <p:pic>
        <p:nvPicPr>
          <p:cNvPr id="37" name="PLANET_8" descr="neptun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867085" y="2717800"/>
            <a:ext cx="914400" cy="914400"/>
          </a:xfrm>
          <a:prstGeom prst="rect">
            <a:avLst/>
          </a:prstGeom>
        </p:spPr>
      </p:pic>
      <p:cxnSp>
        <p:nvCxnSpPr>
          <p:cNvPr id="38" name="LEAD_8"/>
          <p:cNvCxnSpPr/>
          <p:nvPr/>
        </p:nvCxnSpPr>
        <p:spPr>
          <a:xfrm>
            <a:off x="18324285" y="3708400"/>
            <a:ext cx="0" cy="736600"/>
          </a:xfrm>
          <a:prstGeom prst="line">
            <a:avLst/>
          </a:prstGeom>
          <a:ln w="9525">
            <a:solidFill>
              <a:srgbClr val="E8B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LABEL_8"/>
          <p:cNvSpPr txBox="1"/>
          <p:nvPr/>
        </p:nvSpPr>
        <p:spPr>
          <a:xfrm>
            <a:off x="17689285" y="44958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spc="200">
                <a:solidFill>
                  <a:srgbClr val="ECF0F6"/>
                </a:solidFill>
                <a:latin typeface="Segoe UI"/>
              </a:rPr>
              <a:t>NEPTUNE</a:t>
            </a:r>
          </a:p>
        </p:txBody>
      </p:sp>
      <p:sp>
        <p:nvSpPr>
          <p:cNvPr id="40" name="CN_8"/>
          <p:cNvSpPr txBox="1"/>
          <p:nvPr/>
        </p:nvSpPr>
        <p:spPr>
          <a:xfrm>
            <a:off x="17689285" y="47117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E8B84A"/>
                </a:solidFill>
                <a:latin typeface="Segoe UI"/>
              </a:rPr>
              <a:t>海王星</a:t>
            </a:r>
          </a:p>
        </p:txBody>
      </p:sp>
    </p:spTree>
    <p:extLst>
      <p:ext uri="{BB962C8B-B14F-4D97-AF65-F5344CB8AC3E}">
        <p14:creationId xmlns:p14="http://schemas.microsoft.com/office/powerpoint/2010/main" val="12707583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UN" descr="su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245100" y="1750000"/>
            <a:ext cx="3000000" cy="3000000"/>
          </a:xfrm>
          <a:prstGeom prst="rect">
            <a:avLst/>
          </a:prstGeom>
        </p:spPr>
      </p:pic>
      <p:sp>
        <p:nvSpPr>
          <p:cNvPr id="3" name="HDR_TITLE"/>
          <p:cNvSpPr txBox="1"/>
          <p:nvPr/>
        </p:nvSpPr>
        <p:spPr>
          <a:xfrm>
            <a:off x="640000" y="430000"/>
            <a:ext cx="3000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spc="300">
                <a:solidFill>
                  <a:srgbClr val="ECF0F6"/>
                </a:solidFill>
                <a:latin typeface="Segoe UI"/>
              </a:rPr>
              <a:t>MARS</a:t>
            </a:r>
          </a:p>
        </p:txBody>
      </p:sp>
      <p:sp>
        <p:nvSpPr>
          <p:cNvPr id="4" name="HDR_CN"/>
          <p:cNvSpPr txBox="1"/>
          <p:nvPr/>
        </p:nvSpPr>
        <p:spPr>
          <a:xfrm>
            <a:off x="640000" y="920000"/>
            <a:ext cx="2000000" cy="3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E8B84A"/>
                </a:solidFill>
                <a:latin typeface="Segoe UI"/>
              </a:rPr>
              <a:t>火星</a:t>
            </a:r>
          </a:p>
        </p:txBody>
      </p:sp>
      <p:sp>
        <p:nvSpPr>
          <p:cNvPr id="5" name="TAGLINE"/>
          <p:cNvSpPr txBox="1"/>
          <p:nvPr/>
        </p:nvSpPr>
        <p:spPr>
          <a:xfrm>
            <a:off x="640000" y="1420000"/>
            <a:ext cx="230000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ECF0F6"/>
                </a:solidFill>
                <a:latin typeface="Segoe UI"/>
              </a:rPr>
              <a:t>红色来自氧化铁 · 拥有太阳系最高的火山</a:t>
            </a:r>
          </a:p>
        </p:txBody>
      </p:sp>
      <p:sp>
        <p:nvSpPr>
          <p:cNvPr id="6" name="BODY"/>
          <p:cNvSpPr txBox="1"/>
          <p:nvPr/>
        </p:nvSpPr>
        <p:spPr>
          <a:xfrm>
            <a:off x="640000" y="2600000"/>
            <a:ext cx="2400000" cy="24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8F9EB4"/>
                </a:solidFill>
                <a:latin typeface="Segoe UI"/>
              </a:rPr>
              <a:t>第 4 站 · 距离与构成</a:t>
            </a:r>
          </a:p>
          <a:p>
            <a:r>
              <a:rPr sz="1050" b="0">
                <a:solidFill>
                  <a:srgbClr val="8F9EB4"/>
                </a:solidFill>
                <a:latin typeface="Segoe UI"/>
              </a:rPr>
              <a:t/>
            </a:r>
          </a:p>
          <a:p>
            <a:r>
              <a:rPr sz="1050" b="0">
                <a:solidFill>
                  <a:srgbClr val="8F9EB4"/>
                </a:solidFill>
                <a:latin typeface="Segoe UI"/>
              </a:rPr>
              <a:t>它在太阳系中排第 4 位，绕太阳一周的时间随轨道半径变化。要看清它的细节，需要的不是飞得更近，而是更好的观测方法 —— 这正是下一页要做的事。</a:t>
            </a:r>
          </a:p>
        </p:txBody>
      </p:sp>
      <p:sp>
        <p:nvSpPr>
          <p:cNvPr id="7" name="INDEX"/>
          <p:cNvSpPr txBox="1"/>
          <p:nvPr/>
        </p:nvSpPr>
        <p:spPr>
          <a:xfrm>
            <a:off x="11200000" y="430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>
                <a:solidFill>
                  <a:srgbClr val="8F9EB4"/>
                </a:solidFill>
                <a:latin typeface="Segoe UI"/>
              </a:rPr>
              <a:t>4 / 8</a:t>
            </a:r>
          </a:p>
        </p:txBody>
      </p:sp>
      <p:sp>
        <p:nvSpPr>
          <p:cNvPr id="8" name="FOOT"/>
          <p:cNvSpPr txBox="1"/>
          <p:nvPr/>
        </p:nvSpPr>
        <p:spPr>
          <a:xfrm>
            <a:off x="640000" y="6180000"/>
            <a:ext cx="4000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8F9EB4"/>
                </a:solidFill>
                <a:latin typeface="Segoe UI"/>
              </a:rPr>
              <a:t>太阳系漫游指南</a:t>
            </a:r>
          </a:p>
        </p:txBody>
      </p:sp>
      <p:pic>
        <p:nvPicPr>
          <p:cNvPr id="9" name="PLANET_1" descr="mercu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247242" y="2882900"/>
            <a:ext cx="584200" cy="584200"/>
          </a:xfrm>
          <a:prstGeom prst="rect">
            <a:avLst/>
          </a:prstGeom>
        </p:spPr>
      </p:pic>
      <p:cxnSp>
        <p:nvCxnSpPr>
          <p:cNvPr id="10" name="LEAD_1"/>
          <p:cNvCxnSpPr/>
          <p:nvPr/>
        </p:nvCxnSpPr>
        <p:spPr>
          <a:xfrm>
            <a:off x="-3955142" y="3543300"/>
            <a:ext cx="0" cy="901700"/>
          </a:xfrm>
          <a:prstGeom prst="line">
            <a:avLst/>
          </a:prstGeom>
          <a:ln w="9525">
            <a:solidFill>
              <a:srgbClr val="E8B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ABEL_1"/>
          <p:cNvSpPr txBox="1"/>
          <p:nvPr/>
        </p:nvSpPr>
        <p:spPr>
          <a:xfrm>
            <a:off x="-4590142" y="44958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spc="200">
                <a:solidFill>
                  <a:srgbClr val="ECF0F6"/>
                </a:solidFill>
                <a:latin typeface="Segoe UI"/>
              </a:rPr>
              <a:t>MERCURY</a:t>
            </a:r>
          </a:p>
        </p:txBody>
      </p:sp>
      <p:sp>
        <p:nvSpPr>
          <p:cNvPr id="12" name="CN_1"/>
          <p:cNvSpPr txBox="1"/>
          <p:nvPr/>
        </p:nvSpPr>
        <p:spPr>
          <a:xfrm>
            <a:off x="-4590142" y="47117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E8B84A"/>
                </a:solidFill>
                <a:latin typeface="Segoe UI"/>
              </a:rPr>
              <a:t>水星</a:t>
            </a:r>
          </a:p>
        </p:txBody>
      </p:sp>
      <p:pic>
        <p:nvPicPr>
          <p:cNvPr id="13" name="PLANET_2" descr="venu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3260271" y="2781300"/>
            <a:ext cx="787400" cy="787400"/>
          </a:xfrm>
          <a:prstGeom prst="rect">
            <a:avLst/>
          </a:prstGeom>
        </p:spPr>
      </p:pic>
      <p:cxnSp>
        <p:nvCxnSpPr>
          <p:cNvPr id="14" name="LEAD_2"/>
          <p:cNvCxnSpPr/>
          <p:nvPr/>
        </p:nvCxnSpPr>
        <p:spPr>
          <a:xfrm>
            <a:off x="-2866571" y="3644900"/>
            <a:ext cx="0" cy="800100"/>
          </a:xfrm>
          <a:prstGeom prst="line">
            <a:avLst/>
          </a:prstGeom>
          <a:ln w="9525">
            <a:solidFill>
              <a:srgbClr val="E8B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ABEL_2"/>
          <p:cNvSpPr txBox="1"/>
          <p:nvPr/>
        </p:nvSpPr>
        <p:spPr>
          <a:xfrm>
            <a:off x="-3501571" y="44958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spc="200">
                <a:solidFill>
                  <a:srgbClr val="ECF0F6"/>
                </a:solidFill>
                <a:latin typeface="Segoe UI"/>
              </a:rPr>
              <a:t>VENUS</a:t>
            </a:r>
          </a:p>
        </p:txBody>
      </p:sp>
      <p:sp>
        <p:nvSpPr>
          <p:cNvPr id="16" name="CN_2"/>
          <p:cNvSpPr txBox="1"/>
          <p:nvPr/>
        </p:nvSpPr>
        <p:spPr>
          <a:xfrm>
            <a:off x="-3501571" y="47117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E8B84A"/>
                </a:solidFill>
                <a:latin typeface="Segoe UI"/>
              </a:rPr>
              <a:t>金星</a:t>
            </a:r>
          </a:p>
        </p:txBody>
      </p:sp>
      <p:pic>
        <p:nvPicPr>
          <p:cNvPr id="17" name="PLANET_3" descr="eart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2222500" y="2730500"/>
            <a:ext cx="889000" cy="889000"/>
          </a:xfrm>
          <a:prstGeom prst="rect">
            <a:avLst/>
          </a:prstGeom>
        </p:spPr>
      </p:pic>
      <p:cxnSp>
        <p:nvCxnSpPr>
          <p:cNvPr id="18" name="LEAD_3"/>
          <p:cNvCxnSpPr/>
          <p:nvPr/>
        </p:nvCxnSpPr>
        <p:spPr>
          <a:xfrm>
            <a:off x="-1778000" y="3695700"/>
            <a:ext cx="0" cy="749300"/>
          </a:xfrm>
          <a:prstGeom prst="line">
            <a:avLst/>
          </a:prstGeom>
          <a:ln w="9525">
            <a:solidFill>
              <a:srgbClr val="E8B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LABEL_3"/>
          <p:cNvSpPr txBox="1"/>
          <p:nvPr/>
        </p:nvSpPr>
        <p:spPr>
          <a:xfrm>
            <a:off x="-2413000" y="44958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spc="200">
                <a:solidFill>
                  <a:srgbClr val="ECF0F6"/>
                </a:solidFill>
                <a:latin typeface="Segoe UI"/>
              </a:rPr>
              <a:t>EARTH</a:t>
            </a:r>
          </a:p>
        </p:txBody>
      </p:sp>
      <p:sp>
        <p:nvSpPr>
          <p:cNvPr id="20" name="CN_3"/>
          <p:cNvSpPr txBox="1"/>
          <p:nvPr/>
        </p:nvSpPr>
        <p:spPr>
          <a:xfrm>
            <a:off x="-2413000" y="47117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E8B84A"/>
                </a:solidFill>
                <a:latin typeface="Segoe UI"/>
              </a:rPr>
              <a:t>地球</a:t>
            </a:r>
          </a:p>
        </p:txBody>
      </p:sp>
      <p:pic>
        <p:nvPicPr>
          <p:cNvPr id="21" name="PLANET_4" descr="mar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53000" y="2286000"/>
            <a:ext cx="2286000" cy="2286000"/>
          </a:xfrm>
          <a:prstGeom prst="rect">
            <a:avLst/>
          </a:prstGeom>
        </p:spPr>
      </p:pic>
      <p:cxnSp>
        <p:nvCxnSpPr>
          <p:cNvPr id="22" name="LEAD_4"/>
          <p:cNvCxnSpPr/>
          <p:nvPr/>
        </p:nvCxnSpPr>
        <p:spPr>
          <a:xfrm>
            <a:off x="6096000" y="4622800"/>
            <a:ext cx="0" cy="533400"/>
          </a:xfrm>
          <a:prstGeom prst="line">
            <a:avLst/>
          </a:prstGeom>
          <a:ln w="9525">
            <a:solidFill>
              <a:srgbClr val="E8B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LABEL_4"/>
          <p:cNvSpPr txBox="1"/>
          <p:nvPr/>
        </p:nvSpPr>
        <p:spPr>
          <a:xfrm>
            <a:off x="4953000" y="5181600"/>
            <a:ext cx="2286000" cy="304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spc="200">
                <a:solidFill>
                  <a:srgbClr val="ECF0F6"/>
                </a:solidFill>
                <a:latin typeface="Segoe UI"/>
              </a:rPr>
              <a:t>MARS</a:t>
            </a:r>
          </a:p>
        </p:txBody>
      </p:sp>
      <p:sp>
        <p:nvSpPr>
          <p:cNvPr id="24" name="CN_4"/>
          <p:cNvSpPr txBox="1"/>
          <p:nvPr/>
        </p:nvSpPr>
        <p:spPr>
          <a:xfrm>
            <a:off x="4953000" y="5461000"/>
            <a:ext cx="2286000" cy="279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E8B84A"/>
                </a:solidFill>
                <a:latin typeface="Segoe UI"/>
              </a:rPr>
              <a:t>火星</a:t>
            </a:r>
          </a:p>
        </p:txBody>
      </p:sp>
      <p:pic>
        <p:nvPicPr>
          <p:cNvPr id="25" name="PLANET_5" descr="jupite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233400" y="2438400"/>
            <a:ext cx="1473200" cy="1473200"/>
          </a:xfrm>
          <a:prstGeom prst="rect">
            <a:avLst/>
          </a:prstGeom>
        </p:spPr>
      </p:pic>
      <p:cxnSp>
        <p:nvCxnSpPr>
          <p:cNvPr id="26" name="LEAD_5"/>
          <p:cNvCxnSpPr/>
          <p:nvPr/>
        </p:nvCxnSpPr>
        <p:spPr>
          <a:xfrm>
            <a:off x="13970000" y="3987800"/>
            <a:ext cx="0" cy="457200"/>
          </a:xfrm>
          <a:prstGeom prst="line">
            <a:avLst/>
          </a:prstGeom>
          <a:ln w="9525">
            <a:solidFill>
              <a:srgbClr val="E8B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LABEL_5"/>
          <p:cNvSpPr txBox="1"/>
          <p:nvPr/>
        </p:nvSpPr>
        <p:spPr>
          <a:xfrm>
            <a:off x="13335000" y="44958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spc="200">
                <a:solidFill>
                  <a:srgbClr val="ECF0F6"/>
                </a:solidFill>
                <a:latin typeface="Segoe UI"/>
              </a:rPr>
              <a:t>JUPITER</a:t>
            </a:r>
          </a:p>
        </p:txBody>
      </p:sp>
      <p:sp>
        <p:nvSpPr>
          <p:cNvPr id="28" name="CN_5"/>
          <p:cNvSpPr txBox="1"/>
          <p:nvPr/>
        </p:nvSpPr>
        <p:spPr>
          <a:xfrm>
            <a:off x="13335000" y="47117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E8B84A"/>
                </a:solidFill>
                <a:latin typeface="Segoe UI"/>
              </a:rPr>
              <a:t>木星</a:t>
            </a:r>
          </a:p>
        </p:txBody>
      </p:sp>
      <p:pic>
        <p:nvPicPr>
          <p:cNvPr id="29" name="PLANET_6" descr="satur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398171" y="2514600"/>
            <a:ext cx="1320800" cy="1320800"/>
          </a:xfrm>
          <a:prstGeom prst="rect">
            <a:avLst/>
          </a:prstGeom>
        </p:spPr>
      </p:pic>
      <p:cxnSp>
        <p:nvCxnSpPr>
          <p:cNvPr id="30" name="LEAD_6"/>
          <p:cNvCxnSpPr/>
          <p:nvPr/>
        </p:nvCxnSpPr>
        <p:spPr>
          <a:xfrm>
            <a:off x="15058571" y="3911600"/>
            <a:ext cx="0" cy="533400"/>
          </a:xfrm>
          <a:prstGeom prst="line">
            <a:avLst/>
          </a:prstGeom>
          <a:ln w="9525">
            <a:solidFill>
              <a:srgbClr val="E8B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LABEL_6"/>
          <p:cNvSpPr txBox="1"/>
          <p:nvPr/>
        </p:nvSpPr>
        <p:spPr>
          <a:xfrm>
            <a:off x="14423571" y="44958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spc="200">
                <a:solidFill>
                  <a:srgbClr val="ECF0F6"/>
                </a:solidFill>
                <a:latin typeface="Segoe UI"/>
              </a:rPr>
              <a:t>SATURN</a:t>
            </a:r>
          </a:p>
        </p:txBody>
      </p:sp>
      <p:sp>
        <p:nvSpPr>
          <p:cNvPr id="32" name="CN_6"/>
          <p:cNvSpPr txBox="1"/>
          <p:nvPr/>
        </p:nvSpPr>
        <p:spPr>
          <a:xfrm>
            <a:off x="14423571" y="47117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E8B84A"/>
                </a:solidFill>
                <a:latin typeface="Segoe UI"/>
              </a:rPr>
              <a:t>土星</a:t>
            </a:r>
          </a:p>
        </p:txBody>
      </p:sp>
      <p:pic>
        <p:nvPicPr>
          <p:cNvPr id="33" name="PLANET_7" descr="uranu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664542" y="2692400"/>
            <a:ext cx="965200" cy="965200"/>
          </a:xfrm>
          <a:prstGeom prst="rect">
            <a:avLst/>
          </a:prstGeom>
        </p:spPr>
      </p:pic>
      <p:cxnSp>
        <p:nvCxnSpPr>
          <p:cNvPr id="34" name="LEAD_7"/>
          <p:cNvCxnSpPr/>
          <p:nvPr/>
        </p:nvCxnSpPr>
        <p:spPr>
          <a:xfrm>
            <a:off x="16147142" y="3733800"/>
            <a:ext cx="0" cy="711200"/>
          </a:xfrm>
          <a:prstGeom prst="line">
            <a:avLst/>
          </a:prstGeom>
          <a:ln w="9525">
            <a:solidFill>
              <a:srgbClr val="E8B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LABEL_7"/>
          <p:cNvSpPr txBox="1"/>
          <p:nvPr/>
        </p:nvSpPr>
        <p:spPr>
          <a:xfrm>
            <a:off x="15512142" y="44958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spc="200">
                <a:solidFill>
                  <a:srgbClr val="ECF0F6"/>
                </a:solidFill>
                <a:latin typeface="Segoe UI"/>
              </a:rPr>
              <a:t>URANUS</a:t>
            </a:r>
          </a:p>
        </p:txBody>
      </p:sp>
      <p:sp>
        <p:nvSpPr>
          <p:cNvPr id="36" name="CN_7"/>
          <p:cNvSpPr txBox="1"/>
          <p:nvPr/>
        </p:nvSpPr>
        <p:spPr>
          <a:xfrm>
            <a:off x="15512142" y="47117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E8B84A"/>
                </a:solidFill>
                <a:latin typeface="Segoe UI"/>
              </a:rPr>
              <a:t>天王星</a:t>
            </a:r>
          </a:p>
        </p:txBody>
      </p:sp>
      <p:pic>
        <p:nvPicPr>
          <p:cNvPr id="37" name="PLANET_8" descr="neptun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778514" y="2717800"/>
            <a:ext cx="914400" cy="914400"/>
          </a:xfrm>
          <a:prstGeom prst="rect">
            <a:avLst/>
          </a:prstGeom>
        </p:spPr>
      </p:pic>
      <p:cxnSp>
        <p:nvCxnSpPr>
          <p:cNvPr id="38" name="LEAD_8"/>
          <p:cNvCxnSpPr/>
          <p:nvPr/>
        </p:nvCxnSpPr>
        <p:spPr>
          <a:xfrm>
            <a:off x="17235714" y="3708400"/>
            <a:ext cx="0" cy="736600"/>
          </a:xfrm>
          <a:prstGeom prst="line">
            <a:avLst/>
          </a:prstGeom>
          <a:ln w="9525">
            <a:solidFill>
              <a:srgbClr val="E8B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LABEL_8"/>
          <p:cNvSpPr txBox="1"/>
          <p:nvPr/>
        </p:nvSpPr>
        <p:spPr>
          <a:xfrm>
            <a:off x="16600714" y="44958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spc="200">
                <a:solidFill>
                  <a:srgbClr val="ECF0F6"/>
                </a:solidFill>
                <a:latin typeface="Segoe UI"/>
              </a:rPr>
              <a:t>NEPTUNE</a:t>
            </a:r>
          </a:p>
        </p:txBody>
      </p:sp>
      <p:sp>
        <p:nvSpPr>
          <p:cNvPr id="40" name="CN_8"/>
          <p:cNvSpPr txBox="1"/>
          <p:nvPr/>
        </p:nvSpPr>
        <p:spPr>
          <a:xfrm>
            <a:off x="16600714" y="47117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E8B84A"/>
                </a:solidFill>
                <a:latin typeface="Segoe UI"/>
              </a:rPr>
              <a:t>海王星</a:t>
            </a:r>
          </a:p>
        </p:txBody>
      </p:sp>
    </p:spTree>
    <p:extLst>
      <p:ext uri="{BB962C8B-B14F-4D97-AF65-F5344CB8AC3E}">
        <p14:creationId xmlns:p14="http://schemas.microsoft.com/office/powerpoint/2010/main" val="15557906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UN" descr="su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245100" y="1750000"/>
            <a:ext cx="3000000" cy="3000000"/>
          </a:xfrm>
          <a:prstGeom prst="rect">
            <a:avLst/>
          </a:prstGeom>
        </p:spPr>
      </p:pic>
      <p:sp>
        <p:nvSpPr>
          <p:cNvPr id="3" name="HDR_TITLE"/>
          <p:cNvSpPr txBox="1"/>
          <p:nvPr/>
        </p:nvSpPr>
        <p:spPr>
          <a:xfrm>
            <a:off x="640000" y="430000"/>
            <a:ext cx="3000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spc="300">
                <a:solidFill>
                  <a:srgbClr val="ECF0F6"/>
                </a:solidFill>
                <a:latin typeface="Segoe UI"/>
              </a:rPr>
              <a:t>JUPITER</a:t>
            </a:r>
          </a:p>
        </p:txBody>
      </p:sp>
      <p:sp>
        <p:nvSpPr>
          <p:cNvPr id="4" name="HDR_CN"/>
          <p:cNvSpPr txBox="1"/>
          <p:nvPr/>
        </p:nvSpPr>
        <p:spPr>
          <a:xfrm>
            <a:off x="640000" y="920000"/>
            <a:ext cx="2000000" cy="3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E8B84A"/>
                </a:solidFill>
                <a:latin typeface="Segoe UI"/>
              </a:rPr>
              <a:t>木星</a:t>
            </a:r>
          </a:p>
        </p:txBody>
      </p:sp>
      <p:sp>
        <p:nvSpPr>
          <p:cNvPr id="5" name="TAGLINE"/>
          <p:cNvSpPr txBox="1"/>
          <p:nvPr/>
        </p:nvSpPr>
        <p:spPr>
          <a:xfrm>
            <a:off x="640000" y="1420000"/>
            <a:ext cx="230000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ECF0F6"/>
                </a:solidFill>
                <a:latin typeface="Segoe UI"/>
              </a:rPr>
              <a:t>质量是其余 7 颗行星总和的 2.5 倍</a:t>
            </a:r>
          </a:p>
        </p:txBody>
      </p:sp>
      <p:sp>
        <p:nvSpPr>
          <p:cNvPr id="6" name="BODY"/>
          <p:cNvSpPr txBox="1"/>
          <p:nvPr/>
        </p:nvSpPr>
        <p:spPr>
          <a:xfrm>
            <a:off x="640000" y="2600000"/>
            <a:ext cx="2400000" cy="24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8F9EB4"/>
                </a:solidFill>
                <a:latin typeface="Segoe UI"/>
              </a:rPr>
              <a:t>第 5 站 · 距离与构成</a:t>
            </a:r>
          </a:p>
          <a:p>
            <a:r>
              <a:rPr sz="1050" b="0">
                <a:solidFill>
                  <a:srgbClr val="8F9EB4"/>
                </a:solidFill>
                <a:latin typeface="Segoe UI"/>
              </a:rPr>
              <a:t/>
            </a:r>
          </a:p>
          <a:p>
            <a:r>
              <a:rPr sz="1050" b="0">
                <a:solidFill>
                  <a:srgbClr val="8F9EB4"/>
                </a:solidFill>
                <a:latin typeface="Segoe UI"/>
              </a:rPr>
              <a:t>它在太阳系中排第 5 位，绕太阳一周的时间随轨道半径变化。要看清它的细节，需要的不是飞得更近，而是更好的观测方法 —— 这正是下一页要做的事。</a:t>
            </a:r>
          </a:p>
        </p:txBody>
      </p:sp>
      <p:sp>
        <p:nvSpPr>
          <p:cNvPr id="7" name="INDEX"/>
          <p:cNvSpPr txBox="1"/>
          <p:nvPr/>
        </p:nvSpPr>
        <p:spPr>
          <a:xfrm>
            <a:off x="11200000" y="430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>
                <a:solidFill>
                  <a:srgbClr val="8F9EB4"/>
                </a:solidFill>
                <a:latin typeface="Segoe UI"/>
              </a:rPr>
              <a:t>5 / 8</a:t>
            </a:r>
          </a:p>
        </p:txBody>
      </p:sp>
      <p:sp>
        <p:nvSpPr>
          <p:cNvPr id="8" name="FOOT"/>
          <p:cNvSpPr txBox="1"/>
          <p:nvPr/>
        </p:nvSpPr>
        <p:spPr>
          <a:xfrm>
            <a:off x="640000" y="6180000"/>
            <a:ext cx="4000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8F9EB4"/>
                </a:solidFill>
                <a:latin typeface="Segoe UI"/>
              </a:rPr>
              <a:t>太阳系漫游指南</a:t>
            </a:r>
          </a:p>
        </p:txBody>
      </p:sp>
      <p:pic>
        <p:nvPicPr>
          <p:cNvPr id="9" name="PLANET_1" descr="mercu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5335814" y="2882900"/>
            <a:ext cx="584200" cy="584200"/>
          </a:xfrm>
          <a:prstGeom prst="rect">
            <a:avLst/>
          </a:prstGeom>
        </p:spPr>
      </p:pic>
      <p:cxnSp>
        <p:nvCxnSpPr>
          <p:cNvPr id="10" name="LEAD_1"/>
          <p:cNvCxnSpPr/>
          <p:nvPr/>
        </p:nvCxnSpPr>
        <p:spPr>
          <a:xfrm>
            <a:off x="-5043714" y="3543300"/>
            <a:ext cx="0" cy="901700"/>
          </a:xfrm>
          <a:prstGeom prst="line">
            <a:avLst/>
          </a:prstGeom>
          <a:ln w="9525">
            <a:solidFill>
              <a:srgbClr val="E8B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ABEL_1"/>
          <p:cNvSpPr txBox="1"/>
          <p:nvPr/>
        </p:nvSpPr>
        <p:spPr>
          <a:xfrm>
            <a:off x="-5678714" y="44958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spc="200">
                <a:solidFill>
                  <a:srgbClr val="ECF0F6"/>
                </a:solidFill>
                <a:latin typeface="Segoe UI"/>
              </a:rPr>
              <a:t>MERCURY</a:t>
            </a:r>
          </a:p>
        </p:txBody>
      </p:sp>
      <p:sp>
        <p:nvSpPr>
          <p:cNvPr id="12" name="CN_1"/>
          <p:cNvSpPr txBox="1"/>
          <p:nvPr/>
        </p:nvSpPr>
        <p:spPr>
          <a:xfrm>
            <a:off x="-5678714" y="47117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E8B84A"/>
                </a:solidFill>
                <a:latin typeface="Segoe UI"/>
              </a:rPr>
              <a:t>水星</a:t>
            </a:r>
          </a:p>
        </p:txBody>
      </p:sp>
      <p:pic>
        <p:nvPicPr>
          <p:cNvPr id="13" name="PLANET_2" descr="venu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4348842" y="2781300"/>
            <a:ext cx="787400" cy="787400"/>
          </a:xfrm>
          <a:prstGeom prst="rect">
            <a:avLst/>
          </a:prstGeom>
        </p:spPr>
      </p:pic>
      <p:cxnSp>
        <p:nvCxnSpPr>
          <p:cNvPr id="14" name="LEAD_2"/>
          <p:cNvCxnSpPr/>
          <p:nvPr/>
        </p:nvCxnSpPr>
        <p:spPr>
          <a:xfrm>
            <a:off x="-3955142" y="3644900"/>
            <a:ext cx="0" cy="800100"/>
          </a:xfrm>
          <a:prstGeom prst="line">
            <a:avLst/>
          </a:prstGeom>
          <a:ln w="9525">
            <a:solidFill>
              <a:srgbClr val="E8B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ABEL_2"/>
          <p:cNvSpPr txBox="1"/>
          <p:nvPr/>
        </p:nvSpPr>
        <p:spPr>
          <a:xfrm>
            <a:off x="-4590142" y="44958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spc="200">
                <a:solidFill>
                  <a:srgbClr val="ECF0F6"/>
                </a:solidFill>
                <a:latin typeface="Segoe UI"/>
              </a:rPr>
              <a:t>VENUS</a:t>
            </a:r>
          </a:p>
        </p:txBody>
      </p:sp>
      <p:sp>
        <p:nvSpPr>
          <p:cNvPr id="16" name="CN_2"/>
          <p:cNvSpPr txBox="1"/>
          <p:nvPr/>
        </p:nvSpPr>
        <p:spPr>
          <a:xfrm>
            <a:off x="-4590142" y="47117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E8B84A"/>
                </a:solidFill>
                <a:latin typeface="Segoe UI"/>
              </a:rPr>
              <a:t>金星</a:t>
            </a:r>
          </a:p>
        </p:txBody>
      </p:sp>
      <p:pic>
        <p:nvPicPr>
          <p:cNvPr id="17" name="PLANET_3" descr="eart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3311071" y="2730500"/>
            <a:ext cx="889000" cy="889000"/>
          </a:xfrm>
          <a:prstGeom prst="rect">
            <a:avLst/>
          </a:prstGeom>
        </p:spPr>
      </p:pic>
      <p:cxnSp>
        <p:nvCxnSpPr>
          <p:cNvPr id="18" name="LEAD_3"/>
          <p:cNvCxnSpPr/>
          <p:nvPr/>
        </p:nvCxnSpPr>
        <p:spPr>
          <a:xfrm>
            <a:off x="-2866571" y="3695700"/>
            <a:ext cx="0" cy="749300"/>
          </a:xfrm>
          <a:prstGeom prst="line">
            <a:avLst/>
          </a:prstGeom>
          <a:ln w="9525">
            <a:solidFill>
              <a:srgbClr val="E8B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LABEL_3"/>
          <p:cNvSpPr txBox="1"/>
          <p:nvPr/>
        </p:nvSpPr>
        <p:spPr>
          <a:xfrm>
            <a:off x="-3501571" y="44958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spc="200">
                <a:solidFill>
                  <a:srgbClr val="ECF0F6"/>
                </a:solidFill>
                <a:latin typeface="Segoe UI"/>
              </a:rPr>
              <a:t>EARTH</a:t>
            </a:r>
          </a:p>
        </p:txBody>
      </p:sp>
      <p:sp>
        <p:nvSpPr>
          <p:cNvPr id="20" name="CN_3"/>
          <p:cNvSpPr txBox="1"/>
          <p:nvPr/>
        </p:nvSpPr>
        <p:spPr>
          <a:xfrm>
            <a:off x="-3501571" y="47117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E8B84A"/>
                </a:solidFill>
                <a:latin typeface="Segoe UI"/>
              </a:rPr>
              <a:t>地球</a:t>
            </a:r>
          </a:p>
        </p:txBody>
      </p:sp>
      <p:pic>
        <p:nvPicPr>
          <p:cNvPr id="21" name="PLANET_4" descr="mar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2146300" y="2806700"/>
            <a:ext cx="736600" cy="736600"/>
          </a:xfrm>
          <a:prstGeom prst="rect">
            <a:avLst/>
          </a:prstGeom>
        </p:spPr>
      </p:pic>
      <p:cxnSp>
        <p:nvCxnSpPr>
          <p:cNvPr id="22" name="LEAD_4"/>
          <p:cNvCxnSpPr/>
          <p:nvPr/>
        </p:nvCxnSpPr>
        <p:spPr>
          <a:xfrm>
            <a:off x="-1778000" y="3619500"/>
            <a:ext cx="0" cy="825500"/>
          </a:xfrm>
          <a:prstGeom prst="line">
            <a:avLst/>
          </a:prstGeom>
          <a:ln w="9525">
            <a:solidFill>
              <a:srgbClr val="E8B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LABEL_4"/>
          <p:cNvSpPr txBox="1"/>
          <p:nvPr/>
        </p:nvSpPr>
        <p:spPr>
          <a:xfrm>
            <a:off x="-2413000" y="44958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spc="200">
                <a:solidFill>
                  <a:srgbClr val="ECF0F6"/>
                </a:solidFill>
                <a:latin typeface="Segoe UI"/>
              </a:rPr>
              <a:t>MARS</a:t>
            </a:r>
          </a:p>
        </p:txBody>
      </p:sp>
      <p:sp>
        <p:nvSpPr>
          <p:cNvPr id="24" name="CN_4"/>
          <p:cNvSpPr txBox="1"/>
          <p:nvPr/>
        </p:nvSpPr>
        <p:spPr>
          <a:xfrm>
            <a:off x="-2413000" y="47117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E8B84A"/>
                </a:solidFill>
                <a:latin typeface="Segoe UI"/>
              </a:rPr>
              <a:t>火星</a:t>
            </a:r>
          </a:p>
        </p:txBody>
      </p:sp>
      <p:pic>
        <p:nvPicPr>
          <p:cNvPr id="25" name="PLANET_5" descr="jupite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64000" y="1397000"/>
            <a:ext cx="4064000" cy="4064000"/>
          </a:xfrm>
          <a:prstGeom prst="rect">
            <a:avLst/>
          </a:prstGeom>
        </p:spPr>
      </p:pic>
      <p:cxnSp>
        <p:nvCxnSpPr>
          <p:cNvPr id="26" name="LEAD_5"/>
          <p:cNvCxnSpPr/>
          <p:nvPr/>
        </p:nvCxnSpPr>
        <p:spPr>
          <a:xfrm>
            <a:off x="6096000" y="5511800"/>
            <a:ext cx="0" cy="533400"/>
          </a:xfrm>
          <a:prstGeom prst="line">
            <a:avLst/>
          </a:prstGeom>
          <a:ln w="9525">
            <a:solidFill>
              <a:srgbClr val="E8B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LABEL_5"/>
          <p:cNvSpPr txBox="1"/>
          <p:nvPr/>
        </p:nvSpPr>
        <p:spPr>
          <a:xfrm>
            <a:off x="4953000" y="6070600"/>
            <a:ext cx="2286000" cy="304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spc="200">
                <a:solidFill>
                  <a:srgbClr val="ECF0F6"/>
                </a:solidFill>
                <a:latin typeface="Segoe UI"/>
              </a:rPr>
              <a:t>JUPITER</a:t>
            </a:r>
          </a:p>
        </p:txBody>
      </p:sp>
      <p:sp>
        <p:nvSpPr>
          <p:cNvPr id="28" name="CN_5"/>
          <p:cNvSpPr txBox="1"/>
          <p:nvPr/>
        </p:nvSpPr>
        <p:spPr>
          <a:xfrm>
            <a:off x="4953000" y="6350000"/>
            <a:ext cx="2286000" cy="279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E8B84A"/>
                </a:solidFill>
                <a:latin typeface="Segoe UI"/>
              </a:rPr>
              <a:t>木星</a:t>
            </a:r>
          </a:p>
        </p:txBody>
      </p:sp>
      <p:pic>
        <p:nvPicPr>
          <p:cNvPr id="29" name="PLANET_6" descr="satur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309600" y="2514600"/>
            <a:ext cx="1320800" cy="1320800"/>
          </a:xfrm>
          <a:prstGeom prst="rect">
            <a:avLst/>
          </a:prstGeom>
        </p:spPr>
      </p:pic>
      <p:cxnSp>
        <p:nvCxnSpPr>
          <p:cNvPr id="30" name="LEAD_6"/>
          <p:cNvCxnSpPr/>
          <p:nvPr/>
        </p:nvCxnSpPr>
        <p:spPr>
          <a:xfrm>
            <a:off x="13970000" y="3911600"/>
            <a:ext cx="0" cy="533400"/>
          </a:xfrm>
          <a:prstGeom prst="line">
            <a:avLst/>
          </a:prstGeom>
          <a:ln w="9525">
            <a:solidFill>
              <a:srgbClr val="E8B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LABEL_6"/>
          <p:cNvSpPr txBox="1"/>
          <p:nvPr/>
        </p:nvSpPr>
        <p:spPr>
          <a:xfrm>
            <a:off x="13335000" y="44958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spc="200">
                <a:solidFill>
                  <a:srgbClr val="ECF0F6"/>
                </a:solidFill>
                <a:latin typeface="Segoe UI"/>
              </a:rPr>
              <a:t>SATURN</a:t>
            </a:r>
          </a:p>
        </p:txBody>
      </p:sp>
      <p:sp>
        <p:nvSpPr>
          <p:cNvPr id="32" name="CN_6"/>
          <p:cNvSpPr txBox="1"/>
          <p:nvPr/>
        </p:nvSpPr>
        <p:spPr>
          <a:xfrm>
            <a:off x="13335000" y="47117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E8B84A"/>
                </a:solidFill>
                <a:latin typeface="Segoe UI"/>
              </a:rPr>
              <a:t>土星</a:t>
            </a:r>
          </a:p>
        </p:txBody>
      </p:sp>
      <p:pic>
        <p:nvPicPr>
          <p:cNvPr id="33" name="PLANET_7" descr="uranu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575971" y="2692400"/>
            <a:ext cx="965200" cy="965200"/>
          </a:xfrm>
          <a:prstGeom prst="rect">
            <a:avLst/>
          </a:prstGeom>
        </p:spPr>
      </p:pic>
      <p:cxnSp>
        <p:nvCxnSpPr>
          <p:cNvPr id="34" name="LEAD_7"/>
          <p:cNvCxnSpPr/>
          <p:nvPr/>
        </p:nvCxnSpPr>
        <p:spPr>
          <a:xfrm>
            <a:off x="15058571" y="3733800"/>
            <a:ext cx="0" cy="711200"/>
          </a:xfrm>
          <a:prstGeom prst="line">
            <a:avLst/>
          </a:prstGeom>
          <a:ln w="9525">
            <a:solidFill>
              <a:srgbClr val="E8B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LABEL_7"/>
          <p:cNvSpPr txBox="1"/>
          <p:nvPr/>
        </p:nvSpPr>
        <p:spPr>
          <a:xfrm>
            <a:off x="14423571" y="44958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spc="200">
                <a:solidFill>
                  <a:srgbClr val="ECF0F6"/>
                </a:solidFill>
                <a:latin typeface="Segoe UI"/>
              </a:rPr>
              <a:t>URANUS</a:t>
            </a:r>
          </a:p>
        </p:txBody>
      </p:sp>
      <p:sp>
        <p:nvSpPr>
          <p:cNvPr id="36" name="CN_7"/>
          <p:cNvSpPr txBox="1"/>
          <p:nvPr/>
        </p:nvSpPr>
        <p:spPr>
          <a:xfrm>
            <a:off x="14423571" y="47117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E8B84A"/>
                </a:solidFill>
                <a:latin typeface="Segoe UI"/>
              </a:rPr>
              <a:t>天王星</a:t>
            </a:r>
          </a:p>
        </p:txBody>
      </p:sp>
      <p:pic>
        <p:nvPicPr>
          <p:cNvPr id="37" name="PLANET_8" descr="neptun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689942" y="2717800"/>
            <a:ext cx="914400" cy="914400"/>
          </a:xfrm>
          <a:prstGeom prst="rect">
            <a:avLst/>
          </a:prstGeom>
        </p:spPr>
      </p:pic>
      <p:cxnSp>
        <p:nvCxnSpPr>
          <p:cNvPr id="38" name="LEAD_8"/>
          <p:cNvCxnSpPr/>
          <p:nvPr/>
        </p:nvCxnSpPr>
        <p:spPr>
          <a:xfrm>
            <a:off x="16147142" y="3708400"/>
            <a:ext cx="0" cy="736600"/>
          </a:xfrm>
          <a:prstGeom prst="line">
            <a:avLst/>
          </a:prstGeom>
          <a:ln w="9525">
            <a:solidFill>
              <a:srgbClr val="E8B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LABEL_8"/>
          <p:cNvSpPr txBox="1"/>
          <p:nvPr/>
        </p:nvSpPr>
        <p:spPr>
          <a:xfrm>
            <a:off x="15512142" y="44958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spc="200">
                <a:solidFill>
                  <a:srgbClr val="ECF0F6"/>
                </a:solidFill>
                <a:latin typeface="Segoe UI"/>
              </a:rPr>
              <a:t>NEPTUNE</a:t>
            </a:r>
          </a:p>
        </p:txBody>
      </p:sp>
      <p:sp>
        <p:nvSpPr>
          <p:cNvPr id="40" name="CN_8"/>
          <p:cNvSpPr txBox="1"/>
          <p:nvPr/>
        </p:nvSpPr>
        <p:spPr>
          <a:xfrm>
            <a:off x="15512142" y="47117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E8B84A"/>
                </a:solidFill>
                <a:latin typeface="Segoe UI"/>
              </a:rPr>
              <a:t>海王星</a:t>
            </a:r>
          </a:p>
        </p:txBody>
      </p:sp>
    </p:spTree>
    <p:extLst>
      <p:ext uri="{BB962C8B-B14F-4D97-AF65-F5344CB8AC3E}">
        <p14:creationId xmlns:p14="http://schemas.microsoft.com/office/powerpoint/2010/main" val="13425909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UN" descr="su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245100" y="1750000"/>
            <a:ext cx="3000000" cy="3000000"/>
          </a:xfrm>
          <a:prstGeom prst="rect">
            <a:avLst/>
          </a:prstGeom>
        </p:spPr>
      </p:pic>
      <p:sp>
        <p:nvSpPr>
          <p:cNvPr id="3" name="HDR_TITLE"/>
          <p:cNvSpPr txBox="1"/>
          <p:nvPr/>
        </p:nvSpPr>
        <p:spPr>
          <a:xfrm>
            <a:off x="640000" y="430000"/>
            <a:ext cx="3000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spc="300">
                <a:solidFill>
                  <a:srgbClr val="ECF0F6"/>
                </a:solidFill>
                <a:latin typeface="Segoe UI"/>
              </a:rPr>
              <a:t>SATURN</a:t>
            </a:r>
          </a:p>
        </p:txBody>
      </p:sp>
      <p:sp>
        <p:nvSpPr>
          <p:cNvPr id="4" name="HDR_CN"/>
          <p:cNvSpPr txBox="1"/>
          <p:nvPr/>
        </p:nvSpPr>
        <p:spPr>
          <a:xfrm>
            <a:off x="640000" y="920000"/>
            <a:ext cx="2000000" cy="3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E8B84A"/>
                </a:solidFill>
                <a:latin typeface="Segoe UI"/>
              </a:rPr>
              <a:t>土星</a:t>
            </a:r>
          </a:p>
        </p:txBody>
      </p:sp>
      <p:sp>
        <p:nvSpPr>
          <p:cNvPr id="5" name="TAGLINE"/>
          <p:cNvSpPr txBox="1"/>
          <p:nvPr/>
        </p:nvSpPr>
        <p:spPr>
          <a:xfrm>
            <a:off x="640000" y="1420000"/>
            <a:ext cx="230000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ECF0F6"/>
                </a:solidFill>
                <a:latin typeface="Segoe UI"/>
              </a:rPr>
              <a:t>光环宽 28 万 km · 主要由冰块构成</a:t>
            </a:r>
          </a:p>
        </p:txBody>
      </p:sp>
      <p:sp>
        <p:nvSpPr>
          <p:cNvPr id="6" name="BODY"/>
          <p:cNvSpPr txBox="1"/>
          <p:nvPr/>
        </p:nvSpPr>
        <p:spPr>
          <a:xfrm>
            <a:off x="640000" y="2600000"/>
            <a:ext cx="2400000" cy="24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8F9EB4"/>
                </a:solidFill>
                <a:latin typeface="Segoe UI"/>
              </a:rPr>
              <a:t>第 6 站 · 距离与构成</a:t>
            </a:r>
          </a:p>
          <a:p>
            <a:r>
              <a:rPr sz="1050" b="0">
                <a:solidFill>
                  <a:srgbClr val="8F9EB4"/>
                </a:solidFill>
                <a:latin typeface="Segoe UI"/>
              </a:rPr>
              <a:t/>
            </a:r>
          </a:p>
          <a:p>
            <a:r>
              <a:rPr sz="1050" b="0">
                <a:solidFill>
                  <a:srgbClr val="8F9EB4"/>
                </a:solidFill>
                <a:latin typeface="Segoe UI"/>
              </a:rPr>
              <a:t>它在太阳系中排第 6 位，绕太阳一周的时间随轨道半径变化。要看清它的细节，需要的不是飞得更近，而是更好的观测方法 —— 这正是下一页要做的事。</a:t>
            </a:r>
          </a:p>
        </p:txBody>
      </p:sp>
      <p:sp>
        <p:nvSpPr>
          <p:cNvPr id="7" name="INDEX"/>
          <p:cNvSpPr txBox="1"/>
          <p:nvPr/>
        </p:nvSpPr>
        <p:spPr>
          <a:xfrm>
            <a:off x="11200000" y="430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>
                <a:solidFill>
                  <a:srgbClr val="8F9EB4"/>
                </a:solidFill>
                <a:latin typeface="Segoe UI"/>
              </a:rPr>
              <a:t>6 / 8</a:t>
            </a:r>
          </a:p>
        </p:txBody>
      </p:sp>
      <p:sp>
        <p:nvSpPr>
          <p:cNvPr id="8" name="FOOT"/>
          <p:cNvSpPr txBox="1"/>
          <p:nvPr/>
        </p:nvSpPr>
        <p:spPr>
          <a:xfrm>
            <a:off x="640000" y="6180000"/>
            <a:ext cx="4000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8F9EB4"/>
                </a:solidFill>
                <a:latin typeface="Segoe UI"/>
              </a:rPr>
              <a:t>太阳系漫游指南</a:t>
            </a:r>
          </a:p>
        </p:txBody>
      </p:sp>
      <p:pic>
        <p:nvPicPr>
          <p:cNvPr id="9" name="PLANET_1" descr="mercu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424385" y="2882900"/>
            <a:ext cx="584200" cy="584200"/>
          </a:xfrm>
          <a:prstGeom prst="rect">
            <a:avLst/>
          </a:prstGeom>
        </p:spPr>
      </p:pic>
      <p:cxnSp>
        <p:nvCxnSpPr>
          <p:cNvPr id="10" name="LEAD_1"/>
          <p:cNvCxnSpPr/>
          <p:nvPr/>
        </p:nvCxnSpPr>
        <p:spPr>
          <a:xfrm>
            <a:off x="-6132285" y="3543300"/>
            <a:ext cx="0" cy="901700"/>
          </a:xfrm>
          <a:prstGeom prst="line">
            <a:avLst/>
          </a:prstGeom>
          <a:ln w="9525">
            <a:solidFill>
              <a:srgbClr val="E8B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ABEL_1"/>
          <p:cNvSpPr txBox="1"/>
          <p:nvPr/>
        </p:nvSpPr>
        <p:spPr>
          <a:xfrm>
            <a:off x="-6767285" y="44958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spc="200">
                <a:solidFill>
                  <a:srgbClr val="ECF0F6"/>
                </a:solidFill>
                <a:latin typeface="Segoe UI"/>
              </a:rPr>
              <a:t>MERCURY</a:t>
            </a:r>
          </a:p>
        </p:txBody>
      </p:sp>
      <p:sp>
        <p:nvSpPr>
          <p:cNvPr id="12" name="CN_1"/>
          <p:cNvSpPr txBox="1"/>
          <p:nvPr/>
        </p:nvSpPr>
        <p:spPr>
          <a:xfrm>
            <a:off x="-6767285" y="47117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E8B84A"/>
                </a:solidFill>
                <a:latin typeface="Segoe UI"/>
              </a:rPr>
              <a:t>水星</a:t>
            </a:r>
          </a:p>
        </p:txBody>
      </p:sp>
      <p:pic>
        <p:nvPicPr>
          <p:cNvPr id="13" name="PLANET_2" descr="venu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5437414" y="2781300"/>
            <a:ext cx="787400" cy="787400"/>
          </a:xfrm>
          <a:prstGeom prst="rect">
            <a:avLst/>
          </a:prstGeom>
        </p:spPr>
      </p:pic>
      <p:cxnSp>
        <p:nvCxnSpPr>
          <p:cNvPr id="14" name="LEAD_2"/>
          <p:cNvCxnSpPr/>
          <p:nvPr/>
        </p:nvCxnSpPr>
        <p:spPr>
          <a:xfrm>
            <a:off x="-5043714" y="3644900"/>
            <a:ext cx="0" cy="800100"/>
          </a:xfrm>
          <a:prstGeom prst="line">
            <a:avLst/>
          </a:prstGeom>
          <a:ln w="9525">
            <a:solidFill>
              <a:srgbClr val="E8B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ABEL_2"/>
          <p:cNvSpPr txBox="1"/>
          <p:nvPr/>
        </p:nvSpPr>
        <p:spPr>
          <a:xfrm>
            <a:off x="-5678714" y="44958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spc="200">
                <a:solidFill>
                  <a:srgbClr val="ECF0F6"/>
                </a:solidFill>
                <a:latin typeface="Segoe UI"/>
              </a:rPr>
              <a:t>VENUS</a:t>
            </a:r>
          </a:p>
        </p:txBody>
      </p:sp>
      <p:sp>
        <p:nvSpPr>
          <p:cNvPr id="16" name="CN_2"/>
          <p:cNvSpPr txBox="1"/>
          <p:nvPr/>
        </p:nvSpPr>
        <p:spPr>
          <a:xfrm>
            <a:off x="-5678714" y="47117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E8B84A"/>
                </a:solidFill>
                <a:latin typeface="Segoe UI"/>
              </a:rPr>
              <a:t>金星</a:t>
            </a:r>
          </a:p>
        </p:txBody>
      </p:sp>
      <p:pic>
        <p:nvPicPr>
          <p:cNvPr id="17" name="PLANET_3" descr="eart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4399642" y="2730500"/>
            <a:ext cx="889000" cy="889000"/>
          </a:xfrm>
          <a:prstGeom prst="rect">
            <a:avLst/>
          </a:prstGeom>
        </p:spPr>
      </p:pic>
      <p:cxnSp>
        <p:nvCxnSpPr>
          <p:cNvPr id="18" name="LEAD_3"/>
          <p:cNvCxnSpPr/>
          <p:nvPr/>
        </p:nvCxnSpPr>
        <p:spPr>
          <a:xfrm>
            <a:off x="-3955142" y="3695700"/>
            <a:ext cx="0" cy="749300"/>
          </a:xfrm>
          <a:prstGeom prst="line">
            <a:avLst/>
          </a:prstGeom>
          <a:ln w="9525">
            <a:solidFill>
              <a:srgbClr val="E8B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LABEL_3"/>
          <p:cNvSpPr txBox="1"/>
          <p:nvPr/>
        </p:nvSpPr>
        <p:spPr>
          <a:xfrm>
            <a:off x="-4590142" y="44958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spc="200">
                <a:solidFill>
                  <a:srgbClr val="ECF0F6"/>
                </a:solidFill>
                <a:latin typeface="Segoe UI"/>
              </a:rPr>
              <a:t>EARTH</a:t>
            </a:r>
          </a:p>
        </p:txBody>
      </p:sp>
      <p:sp>
        <p:nvSpPr>
          <p:cNvPr id="20" name="CN_3"/>
          <p:cNvSpPr txBox="1"/>
          <p:nvPr/>
        </p:nvSpPr>
        <p:spPr>
          <a:xfrm>
            <a:off x="-4590142" y="47117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E8B84A"/>
                </a:solidFill>
                <a:latin typeface="Segoe UI"/>
              </a:rPr>
              <a:t>地球</a:t>
            </a:r>
          </a:p>
        </p:txBody>
      </p:sp>
      <p:pic>
        <p:nvPicPr>
          <p:cNvPr id="21" name="PLANET_4" descr="mar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3234871" y="2806700"/>
            <a:ext cx="736600" cy="736600"/>
          </a:xfrm>
          <a:prstGeom prst="rect">
            <a:avLst/>
          </a:prstGeom>
        </p:spPr>
      </p:pic>
      <p:cxnSp>
        <p:nvCxnSpPr>
          <p:cNvPr id="22" name="LEAD_4"/>
          <p:cNvCxnSpPr/>
          <p:nvPr/>
        </p:nvCxnSpPr>
        <p:spPr>
          <a:xfrm>
            <a:off x="-2866571" y="3619500"/>
            <a:ext cx="0" cy="825500"/>
          </a:xfrm>
          <a:prstGeom prst="line">
            <a:avLst/>
          </a:prstGeom>
          <a:ln w="9525">
            <a:solidFill>
              <a:srgbClr val="E8B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LABEL_4"/>
          <p:cNvSpPr txBox="1"/>
          <p:nvPr/>
        </p:nvSpPr>
        <p:spPr>
          <a:xfrm>
            <a:off x="-3501571" y="44958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spc="200">
                <a:solidFill>
                  <a:srgbClr val="ECF0F6"/>
                </a:solidFill>
                <a:latin typeface="Segoe UI"/>
              </a:rPr>
              <a:t>MARS</a:t>
            </a:r>
          </a:p>
        </p:txBody>
      </p:sp>
      <p:sp>
        <p:nvSpPr>
          <p:cNvPr id="24" name="CN_4"/>
          <p:cNvSpPr txBox="1"/>
          <p:nvPr/>
        </p:nvSpPr>
        <p:spPr>
          <a:xfrm>
            <a:off x="-3501571" y="47117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E8B84A"/>
                </a:solidFill>
                <a:latin typeface="Segoe UI"/>
              </a:rPr>
              <a:t>火星</a:t>
            </a:r>
          </a:p>
        </p:txBody>
      </p:sp>
      <p:pic>
        <p:nvPicPr>
          <p:cNvPr id="25" name="PLANET_5" descr="jupite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2514600" y="2438400"/>
            <a:ext cx="1473200" cy="1473200"/>
          </a:xfrm>
          <a:prstGeom prst="rect">
            <a:avLst/>
          </a:prstGeom>
        </p:spPr>
      </p:pic>
      <p:cxnSp>
        <p:nvCxnSpPr>
          <p:cNvPr id="26" name="LEAD_5"/>
          <p:cNvCxnSpPr/>
          <p:nvPr/>
        </p:nvCxnSpPr>
        <p:spPr>
          <a:xfrm>
            <a:off x="-1778000" y="3987800"/>
            <a:ext cx="0" cy="457200"/>
          </a:xfrm>
          <a:prstGeom prst="line">
            <a:avLst/>
          </a:prstGeom>
          <a:ln w="9525">
            <a:solidFill>
              <a:srgbClr val="E8B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LABEL_5"/>
          <p:cNvSpPr txBox="1"/>
          <p:nvPr/>
        </p:nvSpPr>
        <p:spPr>
          <a:xfrm>
            <a:off x="-2413000" y="44958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spc="200">
                <a:solidFill>
                  <a:srgbClr val="ECF0F6"/>
                </a:solidFill>
                <a:latin typeface="Segoe UI"/>
              </a:rPr>
              <a:t>JUPITER</a:t>
            </a:r>
          </a:p>
        </p:txBody>
      </p:sp>
      <p:sp>
        <p:nvSpPr>
          <p:cNvPr id="28" name="CN_5"/>
          <p:cNvSpPr txBox="1"/>
          <p:nvPr/>
        </p:nvSpPr>
        <p:spPr>
          <a:xfrm>
            <a:off x="-2413000" y="47117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E8B84A"/>
                </a:solidFill>
                <a:latin typeface="Segoe UI"/>
              </a:rPr>
              <a:t>木星</a:t>
            </a:r>
          </a:p>
        </p:txBody>
      </p:sp>
      <p:pic>
        <p:nvPicPr>
          <p:cNvPr id="29" name="PLANET_6" descr="satur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54500" y="1587500"/>
            <a:ext cx="3683000" cy="3683000"/>
          </a:xfrm>
          <a:prstGeom prst="rect">
            <a:avLst/>
          </a:prstGeom>
        </p:spPr>
      </p:pic>
      <p:cxnSp>
        <p:nvCxnSpPr>
          <p:cNvPr id="30" name="LEAD_6"/>
          <p:cNvCxnSpPr/>
          <p:nvPr/>
        </p:nvCxnSpPr>
        <p:spPr>
          <a:xfrm>
            <a:off x="6096000" y="5321300"/>
            <a:ext cx="0" cy="533400"/>
          </a:xfrm>
          <a:prstGeom prst="line">
            <a:avLst/>
          </a:prstGeom>
          <a:ln w="9525">
            <a:solidFill>
              <a:srgbClr val="E8B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LABEL_6"/>
          <p:cNvSpPr txBox="1"/>
          <p:nvPr/>
        </p:nvSpPr>
        <p:spPr>
          <a:xfrm>
            <a:off x="4953000" y="5880100"/>
            <a:ext cx="2286000" cy="304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spc="200">
                <a:solidFill>
                  <a:srgbClr val="ECF0F6"/>
                </a:solidFill>
                <a:latin typeface="Segoe UI"/>
              </a:rPr>
              <a:t>SATURN</a:t>
            </a:r>
          </a:p>
        </p:txBody>
      </p:sp>
      <p:sp>
        <p:nvSpPr>
          <p:cNvPr id="32" name="CN_6"/>
          <p:cNvSpPr txBox="1"/>
          <p:nvPr/>
        </p:nvSpPr>
        <p:spPr>
          <a:xfrm>
            <a:off x="4953000" y="6159500"/>
            <a:ext cx="2286000" cy="279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E8B84A"/>
                </a:solidFill>
                <a:latin typeface="Segoe UI"/>
              </a:rPr>
              <a:t>土星</a:t>
            </a:r>
          </a:p>
        </p:txBody>
      </p:sp>
      <p:pic>
        <p:nvPicPr>
          <p:cNvPr id="33" name="PLANET_7" descr="uranu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487400" y="2692400"/>
            <a:ext cx="965200" cy="965200"/>
          </a:xfrm>
          <a:prstGeom prst="rect">
            <a:avLst/>
          </a:prstGeom>
        </p:spPr>
      </p:pic>
      <p:cxnSp>
        <p:nvCxnSpPr>
          <p:cNvPr id="34" name="LEAD_7"/>
          <p:cNvCxnSpPr/>
          <p:nvPr/>
        </p:nvCxnSpPr>
        <p:spPr>
          <a:xfrm>
            <a:off x="13970000" y="3733800"/>
            <a:ext cx="0" cy="711200"/>
          </a:xfrm>
          <a:prstGeom prst="line">
            <a:avLst/>
          </a:prstGeom>
          <a:ln w="9525">
            <a:solidFill>
              <a:srgbClr val="E8B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LABEL_7"/>
          <p:cNvSpPr txBox="1"/>
          <p:nvPr/>
        </p:nvSpPr>
        <p:spPr>
          <a:xfrm>
            <a:off x="13335000" y="44958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spc="200">
                <a:solidFill>
                  <a:srgbClr val="ECF0F6"/>
                </a:solidFill>
                <a:latin typeface="Segoe UI"/>
              </a:rPr>
              <a:t>URANUS</a:t>
            </a:r>
          </a:p>
        </p:txBody>
      </p:sp>
      <p:sp>
        <p:nvSpPr>
          <p:cNvPr id="36" name="CN_7"/>
          <p:cNvSpPr txBox="1"/>
          <p:nvPr/>
        </p:nvSpPr>
        <p:spPr>
          <a:xfrm>
            <a:off x="13335000" y="47117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E8B84A"/>
                </a:solidFill>
                <a:latin typeface="Segoe UI"/>
              </a:rPr>
              <a:t>天王星</a:t>
            </a:r>
          </a:p>
        </p:txBody>
      </p:sp>
      <p:pic>
        <p:nvPicPr>
          <p:cNvPr id="37" name="PLANET_8" descr="neptun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601371" y="2717800"/>
            <a:ext cx="914400" cy="914400"/>
          </a:xfrm>
          <a:prstGeom prst="rect">
            <a:avLst/>
          </a:prstGeom>
        </p:spPr>
      </p:pic>
      <p:cxnSp>
        <p:nvCxnSpPr>
          <p:cNvPr id="38" name="LEAD_8"/>
          <p:cNvCxnSpPr/>
          <p:nvPr/>
        </p:nvCxnSpPr>
        <p:spPr>
          <a:xfrm>
            <a:off x="15058571" y="3708400"/>
            <a:ext cx="0" cy="736600"/>
          </a:xfrm>
          <a:prstGeom prst="line">
            <a:avLst/>
          </a:prstGeom>
          <a:ln w="9525">
            <a:solidFill>
              <a:srgbClr val="E8B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LABEL_8"/>
          <p:cNvSpPr txBox="1"/>
          <p:nvPr/>
        </p:nvSpPr>
        <p:spPr>
          <a:xfrm>
            <a:off x="14423571" y="44958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spc="200">
                <a:solidFill>
                  <a:srgbClr val="ECF0F6"/>
                </a:solidFill>
                <a:latin typeface="Segoe UI"/>
              </a:rPr>
              <a:t>NEPTUNE</a:t>
            </a:r>
          </a:p>
        </p:txBody>
      </p:sp>
      <p:sp>
        <p:nvSpPr>
          <p:cNvPr id="40" name="CN_8"/>
          <p:cNvSpPr txBox="1"/>
          <p:nvPr/>
        </p:nvSpPr>
        <p:spPr>
          <a:xfrm>
            <a:off x="14423571" y="47117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E8B84A"/>
                </a:solidFill>
                <a:latin typeface="Segoe UI"/>
              </a:rPr>
              <a:t>海王星</a:t>
            </a:r>
          </a:p>
        </p:txBody>
      </p:sp>
    </p:spTree>
    <p:extLst>
      <p:ext uri="{BB962C8B-B14F-4D97-AF65-F5344CB8AC3E}">
        <p14:creationId xmlns:p14="http://schemas.microsoft.com/office/powerpoint/2010/main" val="3185303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UN" descr="su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245100" y="1750000"/>
            <a:ext cx="3000000" cy="3000000"/>
          </a:xfrm>
          <a:prstGeom prst="rect">
            <a:avLst/>
          </a:prstGeom>
        </p:spPr>
      </p:pic>
      <p:sp>
        <p:nvSpPr>
          <p:cNvPr id="3" name="HDR_TITLE"/>
          <p:cNvSpPr txBox="1"/>
          <p:nvPr/>
        </p:nvSpPr>
        <p:spPr>
          <a:xfrm>
            <a:off x="640000" y="430000"/>
            <a:ext cx="3000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spc="300">
                <a:solidFill>
                  <a:srgbClr val="ECF0F6"/>
                </a:solidFill>
                <a:latin typeface="Segoe UI"/>
              </a:rPr>
              <a:t>URANUS</a:t>
            </a:r>
          </a:p>
        </p:txBody>
      </p:sp>
      <p:sp>
        <p:nvSpPr>
          <p:cNvPr id="4" name="HDR_CN"/>
          <p:cNvSpPr txBox="1"/>
          <p:nvPr/>
        </p:nvSpPr>
        <p:spPr>
          <a:xfrm>
            <a:off x="640000" y="920000"/>
            <a:ext cx="2000000" cy="3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E8B84A"/>
                </a:solidFill>
                <a:latin typeface="Segoe UI"/>
              </a:rPr>
              <a:t>天王星</a:t>
            </a:r>
          </a:p>
        </p:txBody>
      </p:sp>
      <p:sp>
        <p:nvSpPr>
          <p:cNvPr id="5" name="TAGLINE"/>
          <p:cNvSpPr txBox="1"/>
          <p:nvPr/>
        </p:nvSpPr>
        <p:spPr>
          <a:xfrm>
            <a:off x="640000" y="1420000"/>
            <a:ext cx="230000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ECF0F6"/>
                </a:solidFill>
                <a:latin typeface="Segoe UI"/>
              </a:rPr>
              <a:t>躺着自转 · 南北极各有 42 年的极昼</a:t>
            </a:r>
          </a:p>
        </p:txBody>
      </p:sp>
      <p:sp>
        <p:nvSpPr>
          <p:cNvPr id="6" name="BODY"/>
          <p:cNvSpPr txBox="1"/>
          <p:nvPr/>
        </p:nvSpPr>
        <p:spPr>
          <a:xfrm>
            <a:off x="640000" y="2600000"/>
            <a:ext cx="2400000" cy="24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8F9EB4"/>
                </a:solidFill>
                <a:latin typeface="Segoe UI"/>
              </a:rPr>
              <a:t>第 7 站 · 距离与构成</a:t>
            </a:r>
          </a:p>
          <a:p>
            <a:r>
              <a:rPr sz="1050" b="0">
                <a:solidFill>
                  <a:srgbClr val="8F9EB4"/>
                </a:solidFill>
                <a:latin typeface="Segoe UI"/>
              </a:rPr>
              <a:t/>
            </a:r>
          </a:p>
          <a:p>
            <a:r>
              <a:rPr sz="1050" b="0">
                <a:solidFill>
                  <a:srgbClr val="8F9EB4"/>
                </a:solidFill>
                <a:latin typeface="Segoe UI"/>
              </a:rPr>
              <a:t>它在太阳系中排第 7 位，绕太阳一周的时间随轨道半径变化。要看清它的细节，需要的不是飞得更近，而是更好的观测方法 —— 这正是下一页要做的事。</a:t>
            </a:r>
          </a:p>
        </p:txBody>
      </p:sp>
      <p:sp>
        <p:nvSpPr>
          <p:cNvPr id="7" name="INDEX"/>
          <p:cNvSpPr txBox="1"/>
          <p:nvPr/>
        </p:nvSpPr>
        <p:spPr>
          <a:xfrm>
            <a:off x="11200000" y="430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>
                <a:solidFill>
                  <a:srgbClr val="8F9EB4"/>
                </a:solidFill>
                <a:latin typeface="Segoe UI"/>
              </a:rPr>
              <a:t>7 / 8</a:t>
            </a:r>
          </a:p>
        </p:txBody>
      </p:sp>
      <p:sp>
        <p:nvSpPr>
          <p:cNvPr id="8" name="FOOT"/>
          <p:cNvSpPr txBox="1"/>
          <p:nvPr/>
        </p:nvSpPr>
        <p:spPr>
          <a:xfrm>
            <a:off x="640000" y="6180000"/>
            <a:ext cx="4000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8F9EB4"/>
                </a:solidFill>
                <a:latin typeface="Segoe UI"/>
              </a:rPr>
              <a:t>太阳系漫游指南</a:t>
            </a:r>
          </a:p>
        </p:txBody>
      </p:sp>
      <p:pic>
        <p:nvPicPr>
          <p:cNvPr id="9" name="PLANET_1" descr="mercu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7512957" y="2882900"/>
            <a:ext cx="584200" cy="584200"/>
          </a:xfrm>
          <a:prstGeom prst="rect">
            <a:avLst/>
          </a:prstGeom>
        </p:spPr>
      </p:pic>
      <p:cxnSp>
        <p:nvCxnSpPr>
          <p:cNvPr id="10" name="LEAD_1"/>
          <p:cNvCxnSpPr/>
          <p:nvPr/>
        </p:nvCxnSpPr>
        <p:spPr>
          <a:xfrm>
            <a:off x="-7220857" y="3543300"/>
            <a:ext cx="0" cy="901700"/>
          </a:xfrm>
          <a:prstGeom prst="line">
            <a:avLst/>
          </a:prstGeom>
          <a:ln w="9525">
            <a:solidFill>
              <a:srgbClr val="E8B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ABEL_1"/>
          <p:cNvSpPr txBox="1"/>
          <p:nvPr/>
        </p:nvSpPr>
        <p:spPr>
          <a:xfrm>
            <a:off x="-7855857" y="44958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spc="200">
                <a:solidFill>
                  <a:srgbClr val="ECF0F6"/>
                </a:solidFill>
                <a:latin typeface="Segoe UI"/>
              </a:rPr>
              <a:t>MERCURY</a:t>
            </a:r>
          </a:p>
        </p:txBody>
      </p:sp>
      <p:sp>
        <p:nvSpPr>
          <p:cNvPr id="12" name="CN_1"/>
          <p:cNvSpPr txBox="1"/>
          <p:nvPr/>
        </p:nvSpPr>
        <p:spPr>
          <a:xfrm>
            <a:off x="-7855857" y="47117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E8B84A"/>
                </a:solidFill>
                <a:latin typeface="Segoe UI"/>
              </a:rPr>
              <a:t>水星</a:t>
            </a:r>
          </a:p>
        </p:txBody>
      </p:sp>
      <p:pic>
        <p:nvPicPr>
          <p:cNvPr id="13" name="PLANET_2" descr="venu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6525985" y="2781300"/>
            <a:ext cx="787400" cy="787400"/>
          </a:xfrm>
          <a:prstGeom prst="rect">
            <a:avLst/>
          </a:prstGeom>
        </p:spPr>
      </p:pic>
      <p:cxnSp>
        <p:nvCxnSpPr>
          <p:cNvPr id="14" name="LEAD_2"/>
          <p:cNvCxnSpPr/>
          <p:nvPr/>
        </p:nvCxnSpPr>
        <p:spPr>
          <a:xfrm>
            <a:off x="-6132285" y="3644900"/>
            <a:ext cx="0" cy="800100"/>
          </a:xfrm>
          <a:prstGeom prst="line">
            <a:avLst/>
          </a:prstGeom>
          <a:ln w="9525">
            <a:solidFill>
              <a:srgbClr val="E8B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ABEL_2"/>
          <p:cNvSpPr txBox="1"/>
          <p:nvPr/>
        </p:nvSpPr>
        <p:spPr>
          <a:xfrm>
            <a:off x="-6767285" y="44958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spc="200">
                <a:solidFill>
                  <a:srgbClr val="ECF0F6"/>
                </a:solidFill>
                <a:latin typeface="Segoe UI"/>
              </a:rPr>
              <a:t>VENUS</a:t>
            </a:r>
          </a:p>
        </p:txBody>
      </p:sp>
      <p:sp>
        <p:nvSpPr>
          <p:cNvPr id="16" name="CN_2"/>
          <p:cNvSpPr txBox="1"/>
          <p:nvPr/>
        </p:nvSpPr>
        <p:spPr>
          <a:xfrm>
            <a:off x="-6767285" y="47117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E8B84A"/>
                </a:solidFill>
                <a:latin typeface="Segoe UI"/>
              </a:rPr>
              <a:t>金星</a:t>
            </a:r>
          </a:p>
        </p:txBody>
      </p:sp>
      <p:pic>
        <p:nvPicPr>
          <p:cNvPr id="17" name="PLANET_3" descr="eart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5488214" y="2730500"/>
            <a:ext cx="889000" cy="889000"/>
          </a:xfrm>
          <a:prstGeom prst="rect">
            <a:avLst/>
          </a:prstGeom>
        </p:spPr>
      </p:pic>
      <p:cxnSp>
        <p:nvCxnSpPr>
          <p:cNvPr id="18" name="LEAD_3"/>
          <p:cNvCxnSpPr/>
          <p:nvPr/>
        </p:nvCxnSpPr>
        <p:spPr>
          <a:xfrm>
            <a:off x="-5043714" y="3695700"/>
            <a:ext cx="0" cy="749300"/>
          </a:xfrm>
          <a:prstGeom prst="line">
            <a:avLst/>
          </a:prstGeom>
          <a:ln w="9525">
            <a:solidFill>
              <a:srgbClr val="E8B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LABEL_3"/>
          <p:cNvSpPr txBox="1"/>
          <p:nvPr/>
        </p:nvSpPr>
        <p:spPr>
          <a:xfrm>
            <a:off x="-5678714" y="44958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spc="200">
                <a:solidFill>
                  <a:srgbClr val="ECF0F6"/>
                </a:solidFill>
                <a:latin typeface="Segoe UI"/>
              </a:rPr>
              <a:t>EARTH</a:t>
            </a:r>
          </a:p>
        </p:txBody>
      </p:sp>
      <p:sp>
        <p:nvSpPr>
          <p:cNvPr id="20" name="CN_3"/>
          <p:cNvSpPr txBox="1"/>
          <p:nvPr/>
        </p:nvSpPr>
        <p:spPr>
          <a:xfrm>
            <a:off x="-5678714" y="47117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E8B84A"/>
                </a:solidFill>
                <a:latin typeface="Segoe UI"/>
              </a:rPr>
              <a:t>地球</a:t>
            </a:r>
          </a:p>
        </p:txBody>
      </p:sp>
      <p:pic>
        <p:nvPicPr>
          <p:cNvPr id="21" name="PLANET_4" descr="mar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4323442" y="2806700"/>
            <a:ext cx="736600" cy="736600"/>
          </a:xfrm>
          <a:prstGeom prst="rect">
            <a:avLst/>
          </a:prstGeom>
        </p:spPr>
      </p:pic>
      <p:cxnSp>
        <p:nvCxnSpPr>
          <p:cNvPr id="22" name="LEAD_4"/>
          <p:cNvCxnSpPr/>
          <p:nvPr/>
        </p:nvCxnSpPr>
        <p:spPr>
          <a:xfrm>
            <a:off x="-3955142" y="3619500"/>
            <a:ext cx="0" cy="825500"/>
          </a:xfrm>
          <a:prstGeom prst="line">
            <a:avLst/>
          </a:prstGeom>
          <a:ln w="9525">
            <a:solidFill>
              <a:srgbClr val="E8B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LABEL_4"/>
          <p:cNvSpPr txBox="1"/>
          <p:nvPr/>
        </p:nvSpPr>
        <p:spPr>
          <a:xfrm>
            <a:off x="-4590142" y="44958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spc="200">
                <a:solidFill>
                  <a:srgbClr val="ECF0F6"/>
                </a:solidFill>
                <a:latin typeface="Segoe UI"/>
              </a:rPr>
              <a:t>MARS</a:t>
            </a:r>
          </a:p>
        </p:txBody>
      </p:sp>
      <p:sp>
        <p:nvSpPr>
          <p:cNvPr id="24" name="CN_4"/>
          <p:cNvSpPr txBox="1"/>
          <p:nvPr/>
        </p:nvSpPr>
        <p:spPr>
          <a:xfrm>
            <a:off x="-4590142" y="47117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E8B84A"/>
                </a:solidFill>
                <a:latin typeface="Segoe UI"/>
              </a:rPr>
              <a:t>火星</a:t>
            </a:r>
          </a:p>
        </p:txBody>
      </p:sp>
      <p:pic>
        <p:nvPicPr>
          <p:cNvPr id="25" name="PLANET_5" descr="jupite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3603171" y="2438400"/>
            <a:ext cx="1473200" cy="1473200"/>
          </a:xfrm>
          <a:prstGeom prst="rect">
            <a:avLst/>
          </a:prstGeom>
        </p:spPr>
      </p:pic>
      <p:cxnSp>
        <p:nvCxnSpPr>
          <p:cNvPr id="26" name="LEAD_5"/>
          <p:cNvCxnSpPr/>
          <p:nvPr/>
        </p:nvCxnSpPr>
        <p:spPr>
          <a:xfrm>
            <a:off x="-2866571" y="3987800"/>
            <a:ext cx="0" cy="457200"/>
          </a:xfrm>
          <a:prstGeom prst="line">
            <a:avLst/>
          </a:prstGeom>
          <a:ln w="9525">
            <a:solidFill>
              <a:srgbClr val="E8B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LABEL_5"/>
          <p:cNvSpPr txBox="1"/>
          <p:nvPr/>
        </p:nvSpPr>
        <p:spPr>
          <a:xfrm>
            <a:off x="-3501571" y="44958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spc="200">
                <a:solidFill>
                  <a:srgbClr val="ECF0F6"/>
                </a:solidFill>
                <a:latin typeface="Segoe UI"/>
              </a:rPr>
              <a:t>JUPITER</a:t>
            </a:r>
          </a:p>
        </p:txBody>
      </p:sp>
      <p:sp>
        <p:nvSpPr>
          <p:cNvPr id="28" name="CN_5"/>
          <p:cNvSpPr txBox="1"/>
          <p:nvPr/>
        </p:nvSpPr>
        <p:spPr>
          <a:xfrm>
            <a:off x="-3501571" y="47117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E8B84A"/>
                </a:solidFill>
                <a:latin typeface="Segoe UI"/>
              </a:rPr>
              <a:t>木星</a:t>
            </a:r>
          </a:p>
        </p:txBody>
      </p:sp>
      <p:pic>
        <p:nvPicPr>
          <p:cNvPr id="29" name="PLANET_6" descr="satur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2438400" y="2514600"/>
            <a:ext cx="1320800" cy="1320800"/>
          </a:xfrm>
          <a:prstGeom prst="rect">
            <a:avLst/>
          </a:prstGeom>
        </p:spPr>
      </p:pic>
      <p:cxnSp>
        <p:nvCxnSpPr>
          <p:cNvPr id="30" name="LEAD_6"/>
          <p:cNvCxnSpPr/>
          <p:nvPr/>
        </p:nvCxnSpPr>
        <p:spPr>
          <a:xfrm>
            <a:off x="-1778000" y="3911600"/>
            <a:ext cx="0" cy="533400"/>
          </a:xfrm>
          <a:prstGeom prst="line">
            <a:avLst/>
          </a:prstGeom>
          <a:ln w="9525">
            <a:solidFill>
              <a:srgbClr val="E8B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LABEL_6"/>
          <p:cNvSpPr txBox="1"/>
          <p:nvPr/>
        </p:nvSpPr>
        <p:spPr>
          <a:xfrm>
            <a:off x="-2413000" y="44958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spc="200">
                <a:solidFill>
                  <a:srgbClr val="ECF0F6"/>
                </a:solidFill>
                <a:latin typeface="Segoe UI"/>
              </a:rPr>
              <a:t>SATURN</a:t>
            </a:r>
          </a:p>
        </p:txBody>
      </p:sp>
      <p:sp>
        <p:nvSpPr>
          <p:cNvPr id="32" name="CN_6"/>
          <p:cNvSpPr txBox="1"/>
          <p:nvPr/>
        </p:nvSpPr>
        <p:spPr>
          <a:xfrm>
            <a:off x="-2413000" y="47117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E8B84A"/>
                </a:solidFill>
                <a:latin typeface="Segoe UI"/>
              </a:rPr>
              <a:t>土星</a:t>
            </a:r>
          </a:p>
        </p:txBody>
      </p:sp>
      <p:pic>
        <p:nvPicPr>
          <p:cNvPr id="33" name="PLANET_7" descr="uranu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99000" y="2032000"/>
            <a:ext cx="2794000" cy="2794000"/>
          </a:xfrm>
          <a:prstGeom prst="rect">
            <a:avLst/>
          </a:prstGeom>
        </p:spPr>
      </p:pic>
      <p:cxnSp>
        <p:nvCxnSpPr>
          <p:cNvPr id="34" name="LEAD_7"/>
          <p:cNvCxnSpPr/>
          <p:nvPr/>
        </p:nvCxnSpPr>
        <p:spPr>
          <a:xfrm>
            <a:off x="6096000" y="4876800"/>
            <a:ext cx="0" cy="533400"/>
          </a:xfrm>
          <a:prstGeom prst="line">
            <a:avLst/>
          </a:prstGeom>
          <a:ln w="9525">
            <a:solidFill>
              <a:srgbClr val="E8B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LABEL_7"/>
          <p:cNvSpPr txBox="1"/>
          <p:nvPr/>
        </p:nvSpPr>
        <p:spPr>
          <a:xfrm>
            <a:off x="4953000" y="5435600"/>
            <a:ext cx="2286000" cy="304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spc="200">
                <a:solidFill>
                  <a:srgbClr val="ECF0F6"/>
                </a:solidFill>
                <a:latin typeface="Segoe UI"/>
              </a:rPr>
              <a:t>URANUS</a:t>
            </a:r>
          </a:p>
        </p:txBody>
      </p:sp>
      <p:sp>
        <p:nvSpPr>
          <p:cNvPr id="36" name="CN_7"/>
          <p:cNvSpPr txBox="1"/>
          <p:nvPr/>
        </p:nvSpPr>
        <p:spPr>
          <a:xfrm>
            <a:off x="4953000" y="5715000"/>
            <a:ext cx="2286000" cy="279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E8B84A"/>
                </a:solidFill>
                <a:latin typeface="Segoe UI"/>
              </a:rPr>
              <a:t>天王星</a:t>
            </a:r>
          </a:p>
        </p:txBody>
      </p:sp>
      <p:pic>
        <p:nvPicPr>
          <p:cNvPr id="37" name="PLANET_8" descr="neptun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512800" y="2717800"/>
            <a:ext cx="914400" cy="914400"/>
          </a:xfrm>
          <a:prstGeom prst="rect">
            <a:avLst/>
          </a:prstGeom>
        </p:spPr>
      </p:pic>
      <p:cxnSp>
        <p:nvCxnSpPr>
          <p:cNvPr id="38" name="LEAD_8"/>
          <p:cNvCxnSpPr/>
          <p:nvPr/>
        </p:nvCxnSpPr>
        <p:spPr>
          <a:xfrm>
            <a:off x="13970000" y="3708400"/>
            <a:ext cx="0" cy="736600"/>
          </a:xfrm>
          <a:prstGeom prst="line">
            <a:avLst/>
          </a:prstGeom>
          <a:ln w="9525">
            <a:solidFill>
              <a:srgbClr val="E8B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LABEL_8"/>
          <p:cNvSpPr txBox="1"/>
          <p:nvPr/>
        </p:nvSpPr>
        <p:spPr>
          <a:xfrm>
            <a:off x="13335000" y="44958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spc="200">
                <a:solidFill>
                  <a:srgbClr val="ECF0F6"/>
                </a:solidFill>
                <a:latin typeface="Segoe UI"/>
              </a:rPr>
              <a:t>NEPTUNE</a:t>
            </a:r>
          </a:p>
        </p:txBody>
      </p:sp>
      <p:sp>
        <p:nvSpPr>
          <p:cNvPr id="40" name="CN_8"/>
          <p:cNvSpPr txBox="1"/>
          <p:nvPr/>
        </p:nvSpPr>
        <p:spPr>
          <a:xfrm>
            <a:off x="13335000" y="47117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E8B84A"/>
                </a:solidFill>
                <a:latin typeface="Segoe UI"/>
              </a:rPr>
              <a:t>海王星</a:t>
            </a:r>
          </a:p>
        </p:txBody>
      </p:sp>
    </p:spTree>
    <p:extLst>
      <p:ext uri="{BB962C8B-B14F-4D97-AF65-F5344CB8AC3E}">
        <p14:creationId xmlns:p14="http://schemas.microsoft.com/office/powerpoint/2010/main" val="17207407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UN" descr="su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245100" y="1750000"/>
            <a:ext cx="3000000" cy="3000000"/>
          </a:xfrm>
          <a:prstGeom prst="rect">
            <a:avLst/>
          </a:prstGeom>
        </p:spPr>
      </p:pic>
      <p:sp>
        <p:nvSpPr>
          <p:cNvPr id="3" name="HDR_TITLE"/>
          <p:cNvSpPr txBox="1"/>
          <p:nvPr/>
        </p:nvSpPr>
        <p:spPr>
          <a:xfrm>
            <a:off x="640000" y="430000"/>
            <a:ext cx="3000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spc="300">
                <a:solidFill>
                  <a:srgbClr val="ECF0F6"/>
                </a:solidFill>
                <a:latin typeface="Segoe UI"/>
              </a:rPr>
              <a:t>NEPTUNE</a:t>
            </a:r>
          </a:p>
        </p:txBody>
      </p:sp>
      <p:sp>
        <p:nvSpPr>
          <p:cNvPr id="4" name="HDR_CN"/>
          <p:cNvSpPr txBox="1"/>
          <p:nvPr/>
        </p:nvSpPr>
        <p:spPr>
          <a:xfrm>
            <a:off x="640000" y="920000"/>
            <a:ext cx="2000000" cy="3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E8B84A"/>
                </a:solidFill>
                <a:latin typeface="Segoe UI"/>
              </a:rPr>
              <a:t>海王星</a:t>
            </a:r>
          </a:p>
        </p:txBody>
      </p:sp>
      <p:sp>
        <p:nvSpPr>
          <p:cNvPr id="5" name="TAGLINE"/>
          <p:cNvSpPr txBox="1"/>
          <p:nvPr/>
        </p:nvSpPr>
        <p:spPr>
          <a:xfrm>
            <a:off x="640000" y="1420000"/>
            <a:ext cx="230000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ECF0F6"/>
                </a:solidFill>
                <a:latin typeface="Segoe UI"/>
              </a:rPr>
              <a:t>风速可达 2100 km/h · 太阳系最冷行星</a:t>
            </a:r>
          </a:p>
        </p:txBody>
      </p:sp>
      <p:sp>
        <p:nvSpPr>
          <p:cNvPr id="6" name="BODY"/>
          <p:cNvSpPr txBox="1"/>
          <p:nvPr/>
        </p:nvSpPr>
        <p:spPr>
          <a:xfrm>
            <a:off x="640000" y="2600000"/>
            <a:ext cx="2400000" cy="24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8F9EB4"/>
                </a:solidFill>
                <a:latin typeface="Segoe UI"/>
              </a:rPr>
              <a:t>第 8 站 · 距离与构成</a:t>
            </a:r>
          </a:p>
          <a:p>
            <a:r>
              <a:rPr sz="1050" b="0">
                <a:solidFill>
                  <a:srgbClr val="8F9EB4"/>
                </a:solidFill>
                <a:latin typeface="Segoe UI"/>
              </a:rPr>
              <a:t/>
            </a:r>
          </a:p>
          <a:p>
            <a:r>
              <a:rPr sz="1050" b="0">
                <a:solidFill>
                  <a:srgbClr val="8F9EB4"/>
                </a:solidFill>
                <a:latin typeface="Segoe UI"/>
              </a:rPr>
              <a:t>它在太阳系中排第 8 位，绕太阳一周的时间随轨道半径变化。要看清它的细节，需要的不是飞得更近，而是更好的观测方法 —— 这正是下一页要做的事。</a:t>
            </a:r>
          </a:p>
        </p:txBody>
      </p:sp>
      <p:sp>
        <p:nvSpPr>
          <p:cNvPr id="7" name="INDEX"/>
          <p:cNvSpPr txBox="1"/>
          <p:nvPr/>
        </p:nvSpPr>
        <p:spPr>
          <a:xfrm>
            <a:off x="11200000" y="430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>
                <a:solidFill>
                  <a:srgbClr val="8F9EB4"/>
                </a:solidFill>
                <a:latin typeface="Segoe UI"/>
              </a:rPr>
              <a:t>8 / 8</a:t>
            </a:r>
          </a:p>
        </p:txBody>
      </p:sp>
      <p:sp>
        <p:nvSpPr>
          <p:cNvPr id="8" name="FOOT"/>
          <p:cNvSpPr txBox="1"/>
          <p:nvPr/>
        </p:nvSpPr>
        <p:spPr>
          <a:xfrm>
            <a:off x="640000" y="6180000"/>
            <a:ext cx="4000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8F9EB4"/>
                </a:solidFill>
                <a:latin typeface="Segoe UI"/>
              </a:rPr>
              <a:t>太阳系漫游指南</a:t>
            </a:r>
          </a:p>
        </p:txBody>
      </p:sp>
      <p:pic>
        <p:nvPicPr>
          <p:cNvPr id="9" name="PLANET_1" descr="mercu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8601528" y="2882900"/>
            <a:ext cx="584200" cy="584200"/>
          </a:xfrm>
          <a:prstGeom prst="rect">
            <a:avLst/>
          </a:prstGeom>
        </p:spPr>
      </p:pic>
      <p:cxnSp>
        <p:nvCxnSpPr>
          <p:cNvPr id="10" name="LEAD_1"/>
          <p:cNvCxnSpPr/>
          <p:nvPr/>
        </p:nvCxnSpPr>
        <p:spPr>
          <a:xfrm>
            <a:off x="-8309428" y="3543300"/>
            <a:ext cx="0" cy="901700"/>
          </a:xfrm>
          <a:prstGeom prst="line">
            <a:avLst/>
          </a:prstGeom>
          <a:ln w="9525">
            <a:solidFill>
              <a:srgbClr val="E8B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ABEL_1"/>
          <p:cNvSpPr txBox="1"/>
          <p:nvPr/>
        </p:nvSpPr>
        <p:spPr>
          <a:xfrm>
            <a:off x="-8944428" y="44958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spc="200">
                <a:solidFill>
                  <a:srgbClr val="ECF0F6"/>
                </a:solidFill>
                <a:latin typeface="Segoe UI"/>
              </a:rPr>
              <a:t>MERCURY</a:t>
            </a:r>
          </a:p>
        </p:txBody>
      </p:sp>
      <p:sp>
        <p:nvSpPr>
          <p:cNvPr id="12" name="CN_1"/>
          <p:cNvSpPr txBox="1"/>
          <p:nvPr/>
        </p:nvSpPr>
        <p:spPr>
          <a:xfrm>
            <a:off x="-8944428" y="47117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E8B84A"/>
                </a:solidFill>
                <a:latin typeface="Segoe UI"/>
              </a:rPr>
              <a:t>水星</a:t>
            </a:r>
          </a:p>
        </p:txBody>
      </p:sp>
      <p:pic>
        <p:nvPicPr>
          <p:cNvPr id="13" name="PLANET_2" descr="venu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7614557" y="2781300"/>
            <a:ext cx="787400" cy="787400"/>
          </a:xfrm>
          <a:prstGeom prst="rect">
            <a:avLst/>
          </a:prstGeom>
        </p:spPr>
      </p:pic>
      <p:cxnSp>
        <p:nvCxnSpPr>
          <p:cNvPr id="14" name="LEAD_2"/>
          <p:cNvCxnSpPr/>
          <p:nvPr/>
        </p:nvCxnSpPr>
        <p:spPr>
          <a:xfrm>
            <a:off x="-7220857" y="3644900"/>
            <a:ext cx="0" cy="800100"/>
          </a:xfrm>
          <a:prstGeom prst="line">
            <a:avLst/>
          </a:prstGeom>
          <a:ln w="9525">
            <a:solidFill>
              <a:srgbClr val="E8B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ABEL_2"/>
          <p:cNvSpPr txBox="1"/>
          <p:nvPr/>
        </p:nvSpPr>
        <p:spPr>
          <a:xfrm>
            <a:off x="-7855857" y="44958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spc="200">
                <a:solidFill>
                  <a:srgbClr val="ECF0F6"/>
                </a:solidFill>
                <a:latin typeface="Segoe UI"/>
              </a:rPr>
              <a:t>VENUS</a:t>
            </a:r>
          </a:p>
        </p:txBody>
      </p:sp>
      <p:sp>
        <p:nvSpPr>
          <p:cNvPr id="16" name="CN_2"/>
          <p:cNvSpPr txBox="1"/>
          <p:nvPr/>
        </p:nvSpPr>
        <p:spPr>
          <a:xfrm>
            <a:off x="-7855857" y="47117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E8B84A"/>
                </a:solidFill>
                <a:latin typeface="Segoe UI"/>
              </a:rPr>
              <a:t>金星</a:t>
            </a:r>
          </a:p>
        </p:txBody>
      </p:sp>
      <p:pic>
        <p:nvPicPr>
          <p:cNvPr id="17" name="PLANET_3" descr="eart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6576785" y="2730500"/>
            <a:ext cx="889000" cy="889000"/>
          </a:xfrm>
          <a:prstGeom prst="rect">
            <a:avLst/>
          </a:prstGeom>
        </p:spPr>
      </p:pic>
      <p:cxnSp>
        <p:nvCxnSpPr>
          <p:cNvPr id="18" name="LEAD_3"/>
          <p:cNvCxnSpPr/>
          <p:nvPr/>
        </p:nvCxnSpPr>
        <p:spPr>
          <a:xfrm>
            <a:off x="-6132285" y="3695700"/>
            <a:ext cx="0" cy="749300"/>
          </a:xfrm>
          <a:prstGeom prst="line">
            <a:avLst/>
          </a:prstGeom>
          <a:ln w="9525">
            <a:solidFill>
              <a:srgbClr val="E8B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LABEL_3"/>
          <p:cNvSpPr txBox="1"/>
          <p:nvPr/>
        </p:nvSpPr>
        <p:spPr>
          <a:xfrm>
            <a:off x="-6767285" y="44958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spc="200">
                <a:solidFill>
                  <a:srgbClr val="ECF0F6"/>
                </a:solidFill>
                <a:latin typeface="Segoe UI"/>
              </a:rPr>
              <a:t>EARTH</a:t>
            </a:r>
          </a:p>
        </p:txBody>
      </p:sp>
      <p:sp>
        <p:nvSpPr>
          <p:cNvPr id="20" name="CN_3"/>
          <p:cNvSpPr txBox="1"/>
          <p:nvPr/>
        </p:nvSpPr>
        <p:spPr>
          <a:xfrm>
            <a:off x="-6767285" y="47117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E8B84A"/>
                </a:solidFill>
                <a:latin typeface="Segoe UI"/>
              </a:rPr>
              <a:t>地球</a:t>
            </a:r>
          </a:p>
        </p:txBody>
      </p:sp>
      <p:pic>
        <p:nvPicPr>
          <p:cNvPr id="21" name="PLANET_4" descr="mar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5412014" y="2806700"/>
            <a:ext cx="736600" cy="736600"/>
          </a:xfrm>
          <a:prstGeom prst="rect">
            <a:avLst/>
          </a:prstGeom>
        </p:spPr>
      </p:pic>
      <p:cxnSp>
        <p:nvCxnSpPr>
          <p:cNvPr id="22" name="LEAD_4"/>
          <p:cNvCxnSpPr/>
          <p:nvPr/>
        </p:nvCxnSpPr>
        <p:spPr>
          <a:xfrm>
            <a:off x="-5043714" y="3619500"/>
            <a:ext cx="0" cy="825500"/>
          </a:xfrm>
          <a:prstGeom prst="line">
            <a:avLst/>
          </a:prstGeom>
          <a:ln w="9525">
            <a:solidFill>
              <a:srgbClr val="E8B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LABEL_4"/>
          <p:cNvSpPr txBox="1"/>
          <p:nvPr/>
        </p:nvSpPr>
        <p:spPr>
          <a:xfrm>
            <a:off x="-5678714" y="44958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spc="200">
                <a:solidFill>
                  <a:srgbClr val="ECF0F6"/>
                </a:solidFill>
                <a:latin typeface="Segoe UI"/>
              </a:rPr>
              <a:t>MARS</a:t>
            </a:r>
          </a:p>
        </p:txBody>
      </p:sp>
      <p:sp>
        <p:nvSpPr>
          <p:cNvPr id="24" name="CN_4"/>
          <p:cNvSpPr txBox="1"/>
          <p:nvPr/>
        </p:nvSpPr>
        <p:spPr>
          <a:xfrm>
            <a:off x="-5678714" y="47117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E8B84A"/>
                </a:solidFill>
                <a:latin typeface="Segoe UI"/>
              </a:rPr>
              <a:t>火星</a:t>
            </a:r>
          </a:p>
        </p:txBody>
      </p:sp>
      <p:pic>
        <p:nvPicPr>
          <p:cNvPr id="25" name="PLANET_5" descr="jupite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4691742" y="2438400"/>
            <a:ext cx="1473200" cy="1473200"/>
          </a:xfrm>
          <a:prstGeom prst="rect">
            <a:avLst/>
          </a:prstGeom>
        </p:spPr>
      </p:pic>
      <p:cxnSp>
        <p:nvCxnSpPr>
          <p:cNvPr id="26" name="LEAD_5"/>
          <p:cNvCxnSpPr/>
          <p:nvPr/>
        </p:nvCxnSpPr>
        <p:spPr>
          <a:xfrm>
            <a:off x="-3955142" y="3987800"/>
            <a:ext cx="0" cy="457200"/>
          </a:xfrm>
          <a:prstGeom prst="line">
            <a:avLst/>
          </a:prstGeom>
          <a:ln w="9525">
            <a:solidFill>
              <a:srgbClr val="E8B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LABEL_5"/>
          <p:cNvSpPr txBox="1"/>
          <p:nvPr/>
        </p:nvSpPr>
        <p:spPr>
          <a:xfrm>
            <a:off x="-4590142" y="44958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spc="200">
                <a:solidFill>
                  <a:srgbClr val="ECF0F6"/>
                </a:solidFill>
                <a:latin typeface="Segoe UI"/>
              </a:rPr>
              <a:t>JUPITER</a:t>
            </a:r>
          </a:p>
        </p:txBody>
      </p:sp>
      <p:sp>
        <p:nvSpPr>
          <p:cNvPr id="28" name="CN_5"/>
          <p:cNvSpPr txBox="1"/>
          <p:nvPr/>
        </p:nvSpPr>
        <p:spPr>
          <a:xfrm>
            <a:off x="-4590142" y="47117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E8B84A"/>
                </a:solidFill>
                <a:latin typeface="Segoe UI"/>
              </a:rPr>
              <a:t>木星</a:t>
            </a:r>
          </a:p>
        </p:txBody>
      </p:sp>
      <p:pic>
        <p:nvPicPr>
          <p:cNvPr id="29" name="PLANET_6" descr="satur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3526971" y="2514600"/>
            <a:ext cx="1320800" cy="1320800"/>
          </a:xfrm>
          <a:prstGeom prst="rect">
            <a:avLst/>
          </a:prstGeom>
        </p:spPr>
      </p:pic>
      <p:cxnSp>
        <p:nvCxnSpPr>
          <p:cNvPr id="30" name="LEAD_6"/>
          <p:cNvCxnSpPr/>
          <p:nvPr/>
        </p:nvCxnSpPr>
        <p:spPr>
          <a:xfrm>
            <a:off x="-2866571" y="3911600"/>
            <a:ext cx="0" cy="533400"/>
          </a:xfrm>
          <a:prstGeom prst="line">
            <a:avLst/>
          </a:prstGeom>
          <a:ln w="9525">
            <a:solidFill>
              <a:srgbClr val="E8B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LABEL_6"/>
          <p:cNvSpPr txBox="1"/>
          <p:nvPr/>
        </p:nvSpPr>
        <p:spPr>
          <a:xfrm>
            <a:off x="-3501571" y="44958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spc="200">
                <a:solidFill>
                  <a:srgbClr val="ECF0F6"/>
                </a:solidFill>
                <a:latin typeface="Segoe UI"/>
              </a:rPr>
              <a:t>SATURN</a:t>
            </a:r>
          </a:p>
        </p:txBody>
      </p:sp>
      <p:sp>
        <p:nvSpPr>
          <p:cNvPr id="32" name="CN_6"/>
          <p:cNvSpPr txBox="1"/>
          <p:nvPr/>
        </p:nvSpPr>
        <p:spPr>
          <a:xfrm>
            <a:off x="-3501571" y="47117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E8B84A"/>
                </a:solidFill>
                <a:latin typeface="Segoe UI"/>
              </a:rPr>
              <a:t>土星</a:t>
            </a:r>
          </a:p>
        </p:txBody>
      </p:sp>
      <p:pic>
        <p:nvPicPr>
          <p:cNvPr id="33" name="PLANET_7" descr="uranu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2260600" y="2692400"/>
            <a:ext cx="965200" cy="965200"/>
          </a:xfrm>
          <a:prstGeom prst="rect">
            <a:avLst/>
          </a:prstGeom>
        </p:spPr>
      </p:pic>
      <p:cxnSp>
        <p:nvCxnSpPr>
          <p:cNvPr id="34" name="LEAD_7"/>
          <p:cNvCxnSpPr/>
          <p:nvPr/>
        </p:nvCxnSpPr>
        <p:spPr>
          <a:xfrm>
            <a:off x="-1778000" y="3733800"/>
            <a:ext cx="0" cy="711200"/>
          </a:xfrm>
          <a:prstGeom prst="line">
            <a:avLst/>
          </a:prstGeom>
          <a:ln w="9525">
            <a:solidFill>
              <a:srgbClr val="E8B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LABEL_7"/>
          <p:cNvSpPr txBox="1"/>
          <p:nvPr/>
        </p:nvSpPr>
        <p:spPr>
          <a:xfrm>
            <a:off x="-2413000" y="44958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spc="200">
                <a:solidFill>
                  <a:srgbClr val="ECF0F6"/>
                </a:solidFill>
                <a:latin typeface="Segoe UI"/>
              </a:rPr>
              <a:t>URANUS</a:t>
            </a:r>
          </a:p>
        </p:txBody>
      </p:sp>
      <p:sp>
        <p:nvSpPr>
          <p:cNvPr id="36" name="CN_7"/>
          <p:cNvSpPr txBox="1"/>
          <p:nvPr/>
        </p:nvSpPr>
        <p:spPr>
          <a:xfrm>
            <a:off x="-2413000" y="47117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E8B84A"/>
                </a:solidFill>
                <a:latin typeface="Segoe UI"/>
              </a:rPr>
              <a:t>天王星</a:t>
            </a:r>
          </a:p>
        </p:txBody>
      </p:sp>
      <p:pic>
        <p:nvPicPr>
          <p:cNvPr id="37" name="PLANET_8" descr="neptun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30750" y="2063750"/>
            <a:ext cx="2730500" cy="2730500"/>
          </a:xfrm>
          <a:prstGeom prst="rect">
            <a:avLst/>
          </a:prstGeom>
        </p:spPr>
      </p:pic>
      <p:cxnSp>
        <p:nvCxnSpPr>
          <p:cNvPr id="38" name="LEAD_8"/>
          <p:cNvCxnSpPr/>
          <p:nvPr/>
        </p:nvCxnSpPr>
        <p:spPr>
          <a:xfrm>
            <a:off x="6096000" y="4845050"/>
            <a:ext cx="0" cy="533400"/>
          </a:xfrm>
          <a:prstGeom prst="line">
            <a:avLst/>
          </a:prstGeom>
          <a:ln w="9525">
            <a:solidFill>
              <a:srgbClr val="E8B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LABEL_8"/>
          <p:cNvSpPr txBox="1"/>
          <p:nvPr/>
        </p:nvSpPr>
        <p:spPr>
          <a:xfrm>
            <a:off x="4953000" y="5403850"/>
            <a:ext cx="2286000" cy="304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spc="200">
                <a:solidFill>
                  <a:srgbClr val="ECF0F6"/>
                </a:solidFill>
                <a:latin typeface="Segoe UI"/>
              </a:rPr>
              <a:t>NEPTUNE</a:t>
            </a:r>
          </a:p>
        </p:txBody>
      </p:sp>
      <p:sp>
        <p:nvSpPr>
          <p:cNvPr id="40" name="CN_8"/>
          <p:cNvSpPr txBox="1"/>
          <p:nvPr/>
        </p:nvSpPr>
        <p:spPr>
          <a:xfrm>
            <a:off x="4953000" y="5683250"/>
            <a:ext cx="2286000" cy="279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E8B84A"/>
                </a:solidFill>
                <a:latin typeface="Segoe UI"/>
              </a:rPr>
              <a:t>海王星</a:t>
            </a:r>
          </a:p>
        </p:txBody>
      </p:sp>
    </p:spTree>
    <p:extLst>
      <p:ext uri="{BB962C8B-B14F-4D97-AF65-F5344CB8AC3E}">
        <p14:creationId xmlns:p14="http://schemas.microsoft.com/office/powerpoint/2010/main" val="36564436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429</Words>
  <Application>Microsoft Office PowerPoint</Application>
  <PresentationFormat>宽屏</PresentationFormat>
  <Paragraphs>214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3" baseType="lpstr">
      <vt:lpstr>Arial</vt:lpstr>
      <vt:lpstr>Calibri</vt:lpstr>
      <vt:lpstr>Segoe UI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dsh-ppt-studio</dc:creator>
  <cp:keywords/>
  <dc:description>generated using python-pptx</dc:description>
  <cp:lastModifiedBy>dsh-ppt-studio</cp:lastModifiedBy>
  <cp:revision>2</cp:revision>
  <dcterms:created xsi:type="dcterms:W3CDTF">2013-01-27T09:14:16Z</dcterms:created>
  <dcterms:modified xsi:type="dcterms:W3CDTF">2026-10-12T02:16:37Z</dcterms:modified>
  <cp:category/>
</cp:coreProperties>
</file>